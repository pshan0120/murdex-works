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3" r:id="rId5"/>
    <p:sldId id="262" r:id="rId6"/>
    <p:sldId id="259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-1686" y="-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A02ACC-9A06-5713-5B75-371C95564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4112FE5-46FF-6232-A24D-6956CFA75D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EDAD96-27AD-493E-18CE-71441D807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8614-7ED5-4A1E-933C-D5B28C9D8718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7F0052-4AD0-32D3-3D48-33DB3E7AA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3E99C0-5DEE-FE77-27DD-534C95262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D819-9A9B-40CD-B7FB-59DF9BABC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6278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8B2D61-3456-7F17-B407-25A9AA5FF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A99B85-5E64-F0B4-1066-C40B22160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F58D99-7541-D9A2-D0F9-D13B8809E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8614-7ED5-4A1E-933C-D5B28C9D8718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FC5F2A-DA8B-7DE7-263D-950D1639D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E90D83-3EC3-0F66-AAB5-1DBF0B97D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D819-9A9B-40CD-B7FB-59DF9BABC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9018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9EF91B-533B-432D-DBC1-2DD3AA5DC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397216-FD11-BA21-1F43-79AEDFBF5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3150CD-17A1-BA85-509F-78B276F5F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8614-7ED5-4A1E-933C-D5B28C9D8718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3FFEB6-C058-FD52-3130-9E416FEC9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689AD3-C66E-2EAB-F62A-4E8B2C7D9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D819-9A9B-40CD-B7FB-59DF9BABC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092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4F13F0-BD86-F2F7-3366-EFB7D3C5A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301CA9-4B7B-E60F-ED69-A8092CB76A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54583F-330C-A8B8-4CE5-72D655AA1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2E0C20-DDBB-302A-C70F-FC04C9130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8614-7ED5-4A1E-933C-D5B28C9D8718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3FD90C-D705-F43A-13D6-4379FA548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EB1EF3-38D8-875F-87AB-4F5BF72A0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D819-9A9B-40CD-B7FB-59DF9BABC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637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158432-3317-6973-C53F-578E6BCC9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EB0557-917E-4F11-77A3-F82F83636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B24A47-6487-11C2-B320-66776A454B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AE61665-B3D4-B2A9-B689-90557091BC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078329E-3A5C-1FE5-46C7-91CC9B8580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BB773C0-5DB0-439F-7C17-4884D1C4C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8614-7ED5-4A1E-933C-D5B28C9D8718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0D69973-9394-4CCB-D886-06592DBED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261D86E-D5CD-BB5B-8273-BFBDC4240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D819-9A9B-40CD-B7FB-59DF9BABC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416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0EC84B-FAF1-ED5C-C500-1B81236B9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AF68402-851D-42B4-7285-6AB24A0A4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8614-7ED5-4A1E-933C-D5B28C9D8718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FA6F329-FFD6-9A4E-FAC3-1DCE8C57B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3A52D4-76F9-CF47-2ECE-451F6C04A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D819-9A9B-40CD-B7FB-59DF9BABC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155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126FB1D-EF2B-61EE-FABB-97A80075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8614-7ED5-4A1E-933C-D5B28C9D8718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BDDDCE4-6D3F-B90C-0068-CDD9E9BAF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3C9E43-8B33-5F22-AF0B-F302D4272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D819-9A9B-40CD-B7FB-59DF9BABC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4101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5EBE57-E106-A6DB-7CF6-4F4F85909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DF6F54-B6E3-8C3D-E7D6-4EE4BFFBC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F5808B-2E1E-3CC5-EFCE-964F1036F0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EF5884-E09E-C758-EDD9-A601B9547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8614-7ED5-4A1E-933C-D5B28C9D8718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DCEE79-1A91-ADEB-7199-83F5AF509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E7818D-CEE8-CF08-7405-617043A7D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D819-9A9B-40CD-B7FB-59DF9BABC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554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19B2E7-49B0-D92A-8CC7-9C3961E4D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61E62D7-DC24-33E2-01B0-6F0C859C15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21109D-F358-F516-F988-E3FE5278C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2C9256-2BD6-8999-A787-DC3BCCD1D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8614-7ED5-4A1E-933C-D5B28C9D8718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BD2114-04E0-BF8C-F295-6F30F3B45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874040-04B0-63CC-C658-4EEEFDB6E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D819-9A9B-40CD-B7FB-59DF9BABC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689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31B374-F0A0-7E5A-2C67-ABDC45BD6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C2C41D-D59B-9BFF-4B28-4AC310921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B63E60-0968-F9EC-6329-FEB38C61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8614-7ED5-4A1E-933C-D5B28C9D8718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791F74-1453-E2F5-5138-7C7C3422D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7F2C5A-1AD8-C906-C6C6-38AFFD012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D819-9A9B-40CD-B7FB-59DF9BABC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8226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0C344F5-C764-C9B8-0488-2A4C77277F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2AC39F9-F0D3-9BAC-E915-1119E15A1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9F7201-F7AE-57EF-D00E-60455E225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8614-7ED5-4A1E-933C-D5B28C9D8718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6232F6-16F6-F521-D8A2-2EF642B1D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F1D5AA-BC82-F91A-6DA6-7B8899EC6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D819-9A9B-40CD-B7FB-59DF9BABC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137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664F6A5-35D4-C32F-F58D-1994FE1D9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8B6BF3-42A4-5ADB-1C84-ED077DAA2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966A65-D866-2C5E-A38C-EF740779D2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9D8614-7ED5-4A1E-933C-D5B28C9D8718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C249B5-F9F6-0A7E-6BC9-0F4664498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770715-4D6D-2B62-8788-D1841F85BA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E5D819-9A9B-40CD-B7FB-59DF9BABC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17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7D17283-5ACA-7CF5-D692-AAD046E6B29B}"/>
              </a:ext>
            </a:extLst>
          </p:cNvPr>
          <p:cNvSpPr/>
          <p:nvPr/>
        </p:nvSpPr>
        <p:spPr>
          <a:xfrm>
            <a:off x="1427018" y="554182"/>
            <a:ext cx="9337964" cy="58558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D209026-97E5-F258-1BFF-4F856FF77BB2}"/>
              </a:ext>
            </a:extLst>
          </p:cNvPr>
          <p:cNvSpPr/>
          <p:nvPr/>
        </p:nvSpPr>
        <p:spPr>
          <a:xfrm>
            <a:off x="2757055" y="1319070"/>
            <a:ext cx="6153726" cy="37083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F6EEC71-27CE-FCC5-28CF-9FA2A9FADDEC}"/>
              </a:ext>
            </a:extLst>
          </p:cNvPr>
          <p:cNvSpPr/>
          <p:nvPr/>
        </p:nvSpPr>
        <p:spPr>
          <a:xfrm>
            <a:off x="1493982" y="1523584"/>
            <a:ext cx="588819" cy="116419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흡연</a:t>
            </a:r>
            <a:endParaRPr lang="en-US" altLang="ko-KR" sz="1000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구역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82B42FB-A982-39F4-DCAB-1B81D77B3771}"/>
              </a:ext>
            </a:extLst>
          </p:cNvPr>
          <p:cNvSpPr/>
          <p:nvPr/>
        </p:nvSpPr>
        <p:spPr>
          <a:xfrm>
            <a:off x="1493982" y="2846901"/>
            <a:ext cx="588819" cy="116419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자전거</a:t>
            </a:r>
            <a:endParaRPr lang="en-US" altLang="ko-KR" sz="1000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보관소</a:t>
            </a:r>
            <a:endParaRPr lang="en-US" altLang="ko-KR" sz="1000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844C482-E10F-A6C7-A469-06825AF46F8B}"/>
              </a:ext>
            </a:extLst>
          </p:cNvPr>
          <p:cNvSpPr/>
          <p:nvPr/>
        </p:nvSpPr>
        <p:spPr>
          <a:xfrm>
            <a:off x="2757055" y="967245"/>
            <a:ext cx="6153726" cy="34679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화단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C68171FF-3650-E526-8DC2-AE0C5325D1DA}"/>
              </a:ext>
            </a:extLst>
          </p:cNvPr>
          <p:cNvGrpSpPr/>
          <p:nvPr/>
        </p:nvGrpSpPr>
        <p:grpSpPr>
          <a:xfrm>
            <a:off x="6468299" y="4970738"/>
            <a:ext cx="1360448" cy="107239"/>
            <a:chOff x="4646466" y="5190835"/>
            <a:chExt cx="902858" cy="92364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02239E0-A365-5827-C46C-F3C981DD2787}"/>
                </a:ext>
              </a:extLst>
            </p:cNvPr>
            <p:cNvSpPr/>
            <p:nvPr/>
          </p:nvSpPr>
          <p:spPr>
            <a:xfrm>
              <a:off x="4646466" y="5190835"/>
              <a:ext cx="451429" cy="9236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43DD56D-08BC-9A2F-B3A1-BEEC4E1FDE7E}"/>
                </a:ext>
              </a:extLst>
            </p:cNvPr>
            <p:cNvSpPr/>
            <p:nvPr/>
          </p:nvSpPr>
          <p:spPr>
            <a:xfrm>
              <a:off x="5097895" y="5190835"/>
              <a:ext cx="451429" cy="9236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C5DFF0B-580D-E119-54B7-850F98B6FC5B}"/>
              </a:ext>
            </a:extLst>
          </p:cNvPr>
          <p:cNvSpPr/>
          <p:nvPr/>
        </p:nvSpPr>
        <p:spPr>
          <a:xfrm>
            <a:off x="8042550" y="1328097"/>
            <a:ext cx="868232" cy="8490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ADFA8B0-7B7A-C7A3-D6BB-C5A2CCCE6B93}"/>
              </a:ext>
            </a:extLst>
          </p:cNvPr>
          <p:cNvSpPr/>
          <p:nvPr/>
        </p:nvSpPr>
        <p:spPr>
          <a:xfrm>
            <a:off x="6617853" y="1328097"/>
            <a:ext cx="1424697" cy="101158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3" name="순서도: 지연 32">
            <a:extLst>
              <a:ext uri="{FF2B5EF4-FFF2-40B4-BE49-F238E27FC236}">
                <a16:creationId xmlns:a16="http://schemas.microsoft.com/office/drawing/2014/main" id="{EAC8421F-7998-9CE6-7324-DAA84A5DA317}"/>
              </a:ext>
            </a:extLst>
          </p:cNvPr>
          <p:cNvSpPr/>
          <p:nvPr/>
        </p:nvSpPr>
        <p:spPr>
          <a:xfrm rot="5400000">
            <a:off x="8169563" y="1433356"/>
            <a:ext cx="175465" cy="131618"/>
          </a:xfrm>
          <a:prstGeom prst="flowChartDelay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4" name="순서도: 지연 33">
            <a:extLst>
              <a:ext uri="{FF2B5EF4-FFF2-40B4-BE49-F238E27FC236}">
                <a16:creationId xmlns:a16="http://schemas.microsoft.com/office/drawing/2014/main" id="{65A42B8C-1090-5E64-6F02-2A98747D1FA7}"/>
              </a:ext>
            </a:extLst>
          </p:cNvPr>
          <p:cNvSpPr/>
          <p:nvPr/>
        </p:nvSpPr>
        <p:spPr>
          <a:xfrm rot="5400000">
            <a:off x="8596745" y="1433357"/>
            <a:ext cx="175465" cy="131618"/>
          </a:xfrm>
          <a:prstGeom prst="flowChartDelay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B6F621E-CF46-AC4D-ED9E-EF2EBE63601B}"/>
              </a:ext>
            </a:extLst>
          </p:cNvPr>
          <p:cNvSpPr/>
          <p:nvPr/>
        </p:nvSpPr>
        <p:spPr>
          <a:xfrm>
            <a:off x="8149779" y="1310388"/>
            <a:ext cx="225666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F8FC335-7FF5-A1FE-F35A-DB6F35BBC2D9}"/>
              </a:ext>
            </a:extLst>
          </p:cNvPr>
          <p:cNvSpPr/>
          <p:nvPr/>
        </p:nvSpPr>
        <p:spPr>
          <a:xfrm>
            <a:off x="8578585" y="1310388"/>
            <a:ext cx="225666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09D1EE9-6CAB-A2D4-C96D-D7546A078594}"/>
              </a:ext>
            </a:extLst>
          </p:cNvPr>
          <p:cNvSpPr/>
          <p:nvPr/>
        </p:nvSpPr>
        <p:spPr>
          <a:xfrm>
            <a:off x="7640563" y="1310388"/>
            <a:ext cx="225666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F106471-9494-D6FE-6BD3-88336D42D56A}"/>
              </a:ext>
            </a:extLst>
          </p:cNvPr>
          <p:cNvSpPr/>
          <p:nvPr/>
        </p:nvSpPr>
        <p:spPr>
          <a:xfrm>
            <a:off x="6810769" y="1310388"/>
            <a:ext cx="225666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FEC917E-FC3D-C6F4-93FC-4BC42CD9E505}"/>
              </a:ext>
            </a:extLst>
          </p:cNvPr>
          <p:cNvSpPr/>
          <p:nvPr/>
        </p:nvSpPr>
        <p:spPr>
          <a:xfrm>
            <a:off x="7226989" y="1310388"/>
            <a:ext cx="225666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A4F4A4C5-D02D-B701-FDDC-69A928C0570C}"/>
              </a:ext>
            </a:extLst>
          </p:cNvPr>
          <p:cNvSpPr/>
          <p:nvPr/>
        </p:nvSpPr>
        <p:spPr>
          <a:xfrm>
            <a:off x="8360679" y="1908845"/>
            <a:ext cx="71467" cy="138546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224AAC22-332E-6C95-1874-1B706EC5FBF6}"/>
              </a:ext>
            </a:extLst>
          </p:cNvPr>
          <p:cNvSpPr/>
          <p:nvPr/>
        </p:nvSpPr>
        <p:spPr>
          <a:xfrm>
            <a:off x="8506734" y="1907275"/>
            <a:ext cx="71467" cy="138546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70AEA9D-A089-D14A-09BF-21214A1D9501}"/>
              </a:ext>
            </a:extLst>
          </p:cNvPr>
          <p:cNvSpPr/>
          <p:nvPr/>
        </p:nvSpPr>
        <p:spPr>
          <a:xfrm rot="5400000">
            <a:off x="6458011" y="1502152"/>
            <a:ext cx="313543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593D4D9-2F43-461F-AF33-2D4FE75A1CFB}"/>
              </a:ext>
            </a:extLst>
          </p:cNvPr>
          <p:cNvSpPr/>
          <p:nvPr/>
        </p:nvSpPr>
        <p:spPr>
          <a:xfrm>
            <a:off x="6904913" y="1657620"/>
            <a:ext cx="881316" cy="39630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회의실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5533761-A4FA-F683-CD8A-C267221A2799}"/>
              </a:ext>
            </a:extLst>
          </p:cNvPr>
          <p:cNvSpPr/>
          <p:nvPr/>
        </p:nvSpPr>
        <p:spPr>
          <a:xfrm rot="5400000">
            <a:off x="7759542" y="1811032"/>
            <a:ext cx="522168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E8F5D003-69F2-D743-23A6-D8F6AF9D7611}"/>
              </a:ext>
            </a:extLst>
          </p:cNvPr>
          <p:cNvGrpSpPr/>
          <p:nvPr/>
        </p:nvGrpSpPr>
        <p:grpSpPr>
          <a:xfrm>
            <a:off x="8042510" y="3510973"/>
            <a:ext cx="868244" cy="1007608"/>
            <a:chOff x="7345164" y="3851503"/>
            <a:chExt cx="868244" cy="1031370"/>
          </a:xfrm>
        </p:grpSpPr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11E8560A-CE7D-526A-7F3A-A6EBB05C650E}"/>
                </a:ext>
              </a:extLst>
            </p:cNvPr>
            <p:cNvSpPr/>
            <p:nvPr/>
          </p:nvSpPr>
          <p:spPr>
            <a:xfrm rot="5400000">
              <a:off x="7941371" y="4610834"/>
              <a:ext cx="114532" cy="42954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6F9299E6-18B5-9C81-A843-2F0E902EEDF7}"/>
                </a:ext>
              </a:extLst>
            </p:cNvPr>
            <p:cNvSpPr/>
            <p:nvPr/>
          </p:nvSpPr>
          <p:spPr>
            <a:xfrm rot="5400000">
              <a:off x="7507249" y="4606256"/>
              <a:ext cx="114532" cy="4387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D7C7E963-6FBF-3E75-2D55-ED4801D265BF}"/>
                </a:ext>
              </a:extLst>
            </p:cNvPr>
            <p:cNvSpPr/>
            <p:nvPr/>
          </p:nvSpPr>
          <p:spPr>
            <a:xfrm rot="5400000">
              <a:off x="7941371" y="4496300"/>
              <a:ext cx="114532" cy="42954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A1029F58-7A8F-6BEF-91BE-433F0584E6F4}"/>
                </a:ext>
              </a:extLst>
            </p:cNvPr>
            <p:cNvSpPr/>
            <p:nvPr/>
          </p:nvSpPr>
          <p:spPr>
            <a:xfrm rot="5400000">
              <a:off x="7507249" y="4491722"/>
              <a:ext cx="114532" cy="4387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E7CE566E-9589-2810-71C7-53C84B757097}"/>
                </a:ext>
              </a:extLst>
            </p:cNvPr>
            <p:cNvSpPr/>
            <p:nvPr/>
          </p:nvSpPr>
          <p:spPr>
            <a:xfrm rot="5400000">
              <a:off x="7941371" y="4381766"/>
              <a:ext cx="114532" cy="42954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A79EC1D3-127C-66A3-9172-AFDA4FAE886A}"/>
                </a:ext>
              </a:extLst>
            </p:cNvPr>
            <p:cNvSpPr/>
            <p:nvPr/>
          </p:nvSpPr>
          <p:spPr>
            <a:xfrm rot="5400000">
              <a:off x="7507249" y="4377188"/>
              <a:ext cx="114532" cy="4387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0CEAB99C-945B-1DB7-7104-16FDAE315468}"/>
                </a:ext>
              </a:extLst>
            </p:cNvPr>
            <p:cNvSpPr/>
            <p:nvPr/>
          </p:nvSpPr>
          <p:spPr>
            <a:xfrm rot="5400000">
              <a:off x="7941371" y="4267232"/>
              <a:ext cx="114532" cy="42954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E67F8D53-8501-85C7-36C7-CCE6B735CEE9}"/>
                </a:ext>
              </a:extLst>
            </p:cNvPr>
            <p:cNvSpPr/>
            <p:nvPr/>
          </p:nvSpPr>
          <p:spPr>
            <a:xfrm rot="5400000">
              <a:off x="7507249" y="4262654"/>
              <a:ext cx="114532" cy="4387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81367F1E-4988-C9AA-B002-E1ACF68BEE7E}"/>
                </a:ext>
              </a:extLst>
            </p:cNvPr>
            <p:cNvSpPr/>
            <p:nvPr/>
          </p:nvSpPr>
          <p:spPr>
            <a:xfrm rot="5400000">
              <a:off x="7941371" y="4153581"/>
              <a:ext cx="114532" cy="42954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E8125FA2-631B-BD27-930E-2E9D26A9B946}"/>
                </a:ext>
              </a:extLst>
            </p:cNvPr>
            <p:cNvSpPr/>
            <p:nvPr/>
          </p:nvSpPr>
          <p:spPr>
            <a:xfrm rot="5400000">
              <a:off x="7507249" y="4149003"/>
              <a:ext cx="114532" cy="4387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D94CAA41-B981-CD38-579B-A699B545AF84}"/>
                </a:ext>
              </a:extLst>
            </p:cNvPr>
            <p:cNvSpPr/>
            <p:nvPr/>
          </p:nvSpPr>
          <p:spPr>
            <a:xfrm rot="5400000">
              <a:off x="7941371" y="4039047"/>
              <a:ext cx="114532" cy="42954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B6B5316D-5B24-5FFF-F8D2-46C3C8F19E15}"/>
                </a:ext>
              </a:extLst>
            </p:cNvPr>
            <p:cNvSpPr/>
            <p:nvPr/>
          </p:nvSpPr>
          <p:spPr>
            <a:xfrm rot="5400000">
              <a:off x="7507249" y="4034469"/>
              <a:ext cx="114532" cy="4387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09259BDB-4450-CA12-4544-4A5DA1CB277B}"/>
                </a:ext>
              </a:extLst>
            </p:cNvPr>
            <p:cNvSpPr/>
            <p:nvPr/>
          </p:nvSpPr>
          <p:spPr>
            <a:xfrm rot="5400000">
              <a:off x="7941371" y="3924513"/>
              <a:ext cx="114532" cy="42954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1EF1492F-72BD-032C-A2BE-06BB4B4A3C13}"/>
                </a:ext>
              </a:extLst>
            </p:cNvPr>
            <p:cNvSpPr/>
            <p:nvPr/>
          </p:nvSpPr>
          <p:spPr>
            <a:xfrm rot="5400000">
              <a:off x="7507249" y="3919935"/>
              <a:ext cx="114532" cy="4387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3FA4AE3D-C2E9-CC7B-DDB0-D4DA66AF9654}"/>
                </a:ext>
              </a:extLst>
            </p:cNvPr>
            <p:cNvSpPr/>
            <p:nvPr/>
          </p:nvSpPr>
          <p:spPr>
            <a:xfrm rot="5400000">
              <a:off x="7941371" y="3807655"/>
              <a:ext cx="114532" cy="42954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87FB8878-7CC0-9DEF-3A08-5A1AEFA7A943}"/>
                </a:ext>
              </a:extLst>
            </p:cNvPr>
            <p:cNvSpPr/>
            <p:nvPr/>
          </p:nvSpPr>
          <p:spPr>
            <a:xfrm rot="5400000">
              <a:off x="7507249" y="3803076"/>
              <a:ext cx="114532" cy="4387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2E23830-C457-AF65-0004-4FC34FB61CAE}"/>
                </a:ext>
              </a:extLst>
            </p:cNvPr>
            <p:cNvSpPr/>
            <p:nvPr/>
          </p:nvSpPr>
          <p:spPr>
            <a:xfrm rot="5400000">
              <a:off x="7941371" y="3694000"/>
              <a:ext cx="114532" cy="42954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263E8C8-C691-F4A9-C1A6-A61849395CC1}"/>
                </a:ext>
              </a:extLst>
            </p:cNvPr>
            <p:cNvSpPr/>
            <p:nvPr/>
          </p:nvSpPr>
          <p:spPr>
            <a:xfrm rot="5400000">
              <a:off x="7507249" y="3689418"/>
              <a:ext cx="114532" cy="4387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5A22CAC6-A8AD-F891-65E0-5FDEB99AD7F8}"/>
              </a:ext>
            </a:extLst>
          </p:cNvPr>
          <p:cNvSpPr/>
          <p:nvPr/>
        </p:nvSpPr>
        <p:spPr>
          <a:xfrm rot="5400000">
            <a:off x="3140652" y="1050635"/>
            <a:ext cx="288043" cy="9259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5DC227AB-6D53-6CA7-E883-6CABF91C3D8D}"/>
              </a:ext>
            </a:extLst>
          </p:cNvPr>
          <p:cNvSpPr/>
          <p:nvPr/>
        </p:nvSpPr>
        <p:spPr>
          <a:xfrm rot="5400000">
            <a:off x="3140651" y="4374298"/>
            <a:ext cx="288043" cy="9259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BC8204AD-9787-F0AD-9974-3D675FD914C9}"/>
              </a:ext>
            </a:extLst>
          </p:cNvPr>
          <p:cNvSpPr/>
          <p:nvPr/>
        </p:nvSpPr>
        <p:spPr>
          <a:xfrm rot="5400000">
            <a:off x="5142648" y="1050635"/>
            <a:ext cx="288043" cy="9259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FE2B357D-6A0C-8148-4BAF-AAE5D4883944}"/>
              </a:ext>
            </a:extLst>
          </p:cNvPr>
          <p:cNvSpPr/>
          <p:nvPr/>
        </p:nvSpPr>
        <p:spPr>
          <a:xfrm rot="10800000">
            <a:off x="2821708" y="1734428"/>
            <a:ext cx="288043" cy="9259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24999B79-248A-05FE-1B28-3CDCEA4FA38F}"/>
              </a:ext>
            </a:extLst>
          </p:cNvPr>
          <p:cNvSpPr/>
          <p:nvPr/>
        </p:nvSpPr>
        <p:spPr>
          <a:xfrm rot="10800000">
            <a:off x="2821708" y="2737165"/>
            <a:ext cx="288043" cy="9259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6E1ECEDF-3B0B-F538-DE23-96B40999A57D}"/>
              </a:ext>
            </a:extLst>
          </p:cNvPr>
          <p:cNvSpPr/>
          <p:nvPr/>
        </p:nvSpPr>
        <p:spPr>
          <a:xfrm rot="10800000">
            <a:off x="2821708" y="3742525"/>
            <a:ext cx="288043" cy="9259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2B9D454F-8683-1C14-6BDF-CFA569F1CC7A}"/>
              </a:ext>
            </a:extLst>
          </p:cNvPr>
          <p:cNvSpPr/>
          <p:nvPr/>
        </p:nvSpPr>
        <p:spPr>
          <a:xfrm>
            <a:off x="3673864" y="2142758"/>
            <a:ext cx="884003" cy="925930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창업주</a:t>
            </a:r>
            <a:endParaRPr lang="en-US" altLang="ko-KR" sz="1000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동상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D1AEA734-A5E9-E6A4-A419-EC6AE3CAF487}"/>
              </a:ext>
            </a:extLst>
          </p:cNvPr>
          <p:cNvSpPr/>
          <p:nvPr/>
        </p:nvSpPr>
        <p:spPr>
          <a:xfrm rot="5400000">
            <a:off x="8683668" y="2689641"/>
            <a:ext cx="451429" cy="923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29B74024-989D-AEBB-9256-FCEC8E9DA2F0}"/>
              </a:ext>
            </a:extLst>
          </p:cNvPr>
          <p:cNvSpPr/>
          <p:nvPr/>
        </p:nvSpPr>
        <p:spPr>
          <a:xfrm rot="10800000">
            <a:off x="7947292" y="3139302"/>
            <a:ext cx="93415" cy="187761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F0041CC5-2105-1749-AEA0-A823E424B1DF}"/>
              </a:ext>
            </a:extLst>
          </p:cNvPr>
          <p:cNvSpPr/>
          <p:nvPr/>
        </p:nvSpPr>
        <p:spPr>
          <a:xfrm rot="16200000">
            <a:off x="6964540" y="3210874"/>
            <a:ext cx="86039" cy="187761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292A6489-7A25-A4CC-0213-03F6BD96AB8F}"/>
              </a:ext>
            </a:extLst>
          </p:cNvPr>
          <p:cNvSpPr/>
          <p:nvPr/>
        </p:nvSpPr>
        <p:spPr>
          <a:xfrm rot="5400000">
            <a:off x="4172254" y="4374298"/>
            <a:ext cx="288043" cy="9259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62572EA7-6AFE-30EC-E9D4-9F4C5A4CFC5A}"/>
              </a:ext>
            </a:extLst>
          </p:cNvPr>
          <p:cNvSpPr/>
          <p:nvPr/>
        </p:nvSpPr>
        <p:spPr>
          <a:xfrm rot="5400000">
            <a:off x="4146246" y="1052154"/>
            <a:ext cx="288043" cy="9259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72DCF523-FFE6-0C9A-9514-9E05588F40E4}"/>
              </a:ext>
            </a:extLst>
          </p:cNvPr>
          <p:cNvGrpSpPr/>
          <p:nvPr/>
        </p:nvGrpSpPr>
        <p:grpSpPr>
          <a:xfrm rot="10800000">
            <a:off x="9883746" y="1221353"/>
            <a:ext cx="868218" cy="3806115"/>
            <a:chOff x="9199419" y="1164622"/>
            <a:chExt cx="868218" cy="3806115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77CFD29-2B44-B9A7-F978-6B91350827C4}"/>
                </a:ext>
              </a:extLst>
            </p:cNvPr>
            <p:cNvSpPr/>
            <p:nvPr/>
          </p:nvSpPr>
          <p:spPr>
            <a:xfrm>
              <a:off x="9199419" y="1164622"/>
              <a:ext cx="868218" cy="3806115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2DC41587-10F7-B729-2AF4-D153405A396A}"/>
                </a:ext>
              </a:extLst>
            </p:cNvPr>
            <p:cNvSpPr/>
            <p:nvPr/>
          </p:nvSpPr>
          <p:spPr>
            <a:xfrm flipV="1">
              <a:off x="9227992" y="1192229"/>
              <a:ext cx="811357" cy="38556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바탕체" panose="02030609000101010101" pitchFamily="17" charset="-127"/>
                  <a:ea typeface="바탕체" panose="02030609000101010101" pitchFamily="17" charset="-127"/>
                </a:rPr>
                <a:t>주차장</a:t>
              </a:r>
            </a:p>
          </p:txBody>
        </p: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CF3D3E-EE28-97B5-699E-CE5FDD1CD7F6}"/>
                </a:ext>
              </a:extLst>
            </p:cNvPr>
            <p:cNvSpPr/>
            <p:nvPr/>
          </p:nvSpPr>
          <p:spPr>
            <a:xfrm flipV="1">
              <a:off x="9227992" y="1609049"/>
              <a:ext cx="811357" cy="38556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83" name="직사각형 182">
              <a:extLst>
                <a:ext uri="{FF2B5EF4-FFF2-40B4-BE49-F238E27FC236}">
                  <a16:creationId xmlns:a16="http://schemas.microsoft.com/office/drawing/2014/main" id="{5FDE7208-F574-D539-8292-D37CB10F89FE}"/>
                </a:ext>
              </a:extLst>
            </p:cNvPr>
            <p:cNvSpPr/>
            <p:nvPr/>
          </p:nvSpPr>
          <p:spPr>
            <a:xfrm flipV="1">
              <a:off x="9227992" y="2028880"/>
              <a:ext cx="811357" cy="38556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EC15F7AE-F7C5-8DFD-498B-E182E8FABD52}"/>
                </a:ext>
              </a:extLst>
            </p:cNvPr>
            <p:cNvSpPr/>
            <p:nvPr/>
          </p:nvSpPr>
          <p:spPr>
            <a:xfrm flipV="1">
              <a:off x="9227992" y="2445700"/>
              <a:ext cx="811357" cy="38556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85" name="직사각형 184">
              <a:extLst>
                <a:ext uri="{FF2B5EF4-FFF2-40B4-BE49-F238E27FC236}">
                  <a16:creationId xmlns:a16="http://schemas.microsoft.com/office/drawing/2014/main" id="{F59B857A-98EA-32E0-8E20-26BAF4BD5CA5}"/>
                </a:ext>
              </a:extLst>
            </p:cNvPr>
            <p:cNvSpPr/>
            <p:nvPr/>
          </p:nvSpPr>
          <p:spPr>
            <a:xfrm flipV="1">
              <a:off x="9227992" y="2875419"/>
              <a:ext cx="811357" cy="38556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C83AE1E5-40AE-1865-CAC1-D6A0575EE774}"/>
                </a:ext>
              </a:extLst>
            </p:cNvPr>
            <p:cNvSpPr/>
            <p:nvPr/>
          </p:nvSpPr>
          <p:spPr>
            <a:xfrm flipV="1">
              <a:off x="9227992" y="3292239"/>
              <a:ext cx="811357" cy="38556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8F1E5F2A-5806-124D-A48A-7DB785CBC6B3}"/>
                </a:ext>
              </a:extLst>
            </p:cNvPr>
            <p:cNvSpPr/>
            <p:nvPr/>
          </p:nvSpPr>
          <p:spPr>
            <a:xfrm flipV="1">
              <a:off x="9227992" y="3706613"/>
              <a:ext cx="811357" cy="38556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A2B1410E-DF2E-2AFC-9C89-05630C7AE6E5}"/>
                </a:ext>
              </a:extLst>
            </p:cNvPr>
            <p:cNvSpPr/>
            <p:nvPr/>
          </p:nvSpPr>
          <p:spPr>
            <a:xfrm flipV="1">
              <a:off x="9227992" y="4123433"/>
              <a:ext cx="811357" cy="38556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89" name="직사각형 188">
              <a:extLst>
                <a:ext uri="{FF2B5EF4-FFF2-40B4-BE49-F238E27FC236}">
                  <a16:creationId xmlns:a16="http://schemas.microsoft.com/office/drawing/2014/main" id="{73BE1856-A90F-372E-DCD6-5B7555B02600}"/>
                </a:ext>
              </a:extLst>
            </p:cNvPr>
            <p:cNvSpPr/>
            <p:nvPr/>
          </p:nvSpPr>
          <p:spPr>
            <a:xfrm flipV="1">
              <a:off x="9227992" y="4533537"/>
              <a:ext cx="811357" cy="38556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5A686D2A-48C9-956B-FCCD-8B09181C0A42}"/>
              </a:ext>
            </a:extLst>
          </p:cNvPr>
          <p:cNvSpPr/>
          <p:nvPr/>
        </p:nvSpPr>
        <p:spPr>
          <a:xfrm rot="16200000">
            <a:off x="10179047" y="5670256"/>
            <a:ext cx="1168488" cy="9863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E2A0E26B-5EB3-D13D-57A5-7DD632E2801F}"/>
              </a:ext>
            </a:extLst>
          </p:cNvPr>
          <p:cNvGrpSpPr/>
          <p:nvPr/>
        </p:nvGrpSpPr>
        <p:grpSpPr>
          <a:xfrm rot="5400000">
            <a:off x="2895966" y="4069982"/>
            <a:ext cx="868218" cy="3806115"/>
            <a:chOff x="9199419" y="1164622"/>
            <a:chExt cx="868218" cy="3806115"/>
          </a:xfrm>
        </p:grpSpPr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3323C31F-3369-45FE-1F89-5B6F91C55886}"/>
                </a:ext>
              </a:extLst>
            </p:cNvPr>
            <p:cNvSpPr/>
            <p:nvPr/>
          </p:nvSpPr>
          <p:spPr>
            <a:xfrm>
              <a:off x="9199419" y="1164622"/>
              <a:ext cx="868218" cy="3806115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0711E89C-AEFC-0E1A-0C47-D8F62F5404A6}"/>
                </a:ext>
              </a:extLst>
            </p:cNvPr>
            <p:cNvSpPr/>
            <p:nvPr/>
          </p:nvSpPr>
          <p:spPr>
            <a:xfrm flipV="1">
              <a:off x="9227992" y="1192229"/>
              <a:ext cx="811357" cy="38556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바탕체" panose="02030609000101010101" pitchFamily="17" charset="-127"/>
                  <a:ea typeface="바탕체" panose="02030609000101010101" pitchFamily="17" charset="-127"/>
                </a:rPr>
                <a:t>주</a:t>
              </a:r>
              <a:endParaRPr lang="en-US" altLang="ko-KR" sz="10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바탕체" panose="02030609000101010101" pitchFamily="17" charset="-127"/>
                  <a:ea typeface="바탕체" panose="02030609000101010101" pitchFamily="17" charset="-127"/>
                </a:rPr>
                <a:t>차</a:t>
              </a:r>
              <a:endParaRPr lang="en-US" altLang="ko-KR" sz="10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바탕체" panose="02030609000101010101" pitchFamily="17" charset="-127"/>
                  <a:ea typeface="바탕체" panose="02030609000101010101" pitchFamily="17" charset="-127"/>
                </a:rPr>
                <a:t>장</a:t>
              </a:r>
            </a:p>
          </p:txBody>
        </p:sp>
        <p:sp>
          <p:nvSpPr>
            <p:cNvPr id="196" name="직사각형 195">
              <a:extLst>
                <a:ext uri="{FF2B5EF4-FFF2-40B4-BE49-F238E27FC236}">
                  <a16:creationId xmlns:a16="http://schemas.microsoft.com/office/drawing/2014/main" id="{ABF0C552-75DB-FD32-8384-C54627FF5059}"/>
                </a:ext>
              </a:extLst>
            </p:cNvPr>
            <p:cNvSpPr/>
            <p:nvPr/>
          </p:nvSpPr>
          <p:spPr>
            <a:xfrm flipV="1">
              <a:off x="9227992" y="1609049"/>
              <a:ext cx="811357" cy="38556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72BBC2AF-BFA7-C160-C513-81320E7A1B0C}"/>
                </a:ext>
              </a:extLst>
            </p:cNvPr>
            <p:cNvSpPr/>
            <p:nvPr/>
          </p:nvSpPr>
          <p:spPr>
            <a:xfrm flipV="1">
              <a:off x="9227992" y="2028880"/>
              <a:ext cx="811357" cy="38556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98" name="직사각형 197">
              <a:extLst>
                <a:ext uri="{FF2B5EF4-FFF2-40B4-BE49-F238E27FC236}">
                  <a16:creationId xmlns:a16="http://schemas.microsoft.com/office/drawing/2014/main" id="{4B4EA6D4-8FAF-7AAF-23A9-A5DFC372005A}"/>
                </a:ext>
              </a:extLst>
            </p:cNvPr>
            <p:cNvSpPr/>
            <p:nvPr/>
          </p:nvSpPr>
          <p:spPr>
            <a:xfrm flipV="1">
              <a:off x="9227992" y="2445700"/>
              <a:ext cx="811357" cy="38556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99" name="직사각형 198">
              <a:extLst>
                <a:ext uri="{FF2B5EF4-FFF2-40B4-BE49-F238E27FC236}">
                  <a16:creationId xmlns:a16="http://schemas.microsoft.com/office/drawing/2014/main" id="{33F0CE52-A5B3-1EAA-DCA9-A0F1E0195EF4}"/>
                </a:ext>
              </a:extLst>
            </p:cNvPr>
            <p:cNvSpPr/>
            <p:nvPr/>
          </p:nvSpPr>
          <p:spPr>
            <a:xfrm flipV="1">
              <a:off x="9227992" y="2875419"/>
              <a:ext cx="811357" cy="38556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200" name="직사각형 199">
              <a:extLst>
                <a:ext uri="{FF2B5EF4-FFF2-40B4-BE49-F238E27FC236}">
                  <a16:creationId xmlns:a16="http://schemas.microsoft.com/office/drawing/2014/main" id="{2906F370-2BED-5770-E510-C698B85187DA}"/>
                </a:ext>
              </a:extLst>
            </p:cNvPr>
            <p:cNvSpPr/>
            <p:nvPr/>
          </p:nvSpPr>
          <p:spPr>
            <a:xfrm flipV="1">
              <a:off x="9227992" y="3292239"/>
              <a:ext cx="811357" cy="38556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C370C6D5-66B8-D5A0-8310-3E4B8538D8FC}"/>
                </a:ext>
              </a:extLst>
            </p:cNvPr>
            <p:cNvSpPr/>
            <p:nvPr/>
          </p:nvSpPr>
          <p:spPr>
            <a:xfrm flipV="1">
              <a:off x="9227992" y="3706613"/>
              <a:ext cx="811357" cy="38556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202" name="직사각형 201">
              <a:extLst>
                <a:ext uri="{FF2B5EF4-FFF2-40B4-BE49-F238E27FC236}">
                  <a16:creationId xmlns:a16="http://schemas.microsoft.com/office/drawing/2014/main" id="{7A7DB1E5-8941-D02E-CDFC-58E4F191E097}"/>
                </a:ext>
              </a:extLst>
            </p:cNvPr>
            <p:cNvSpPr/>
            <p:nvPr/>
          </p:nvSpPr>
          <p:spPr>
            <a:xfrm flipV="1">
              <a:off x="9227992" y="4123433"/>
              <a:ext cx="811357" cy="38556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203" name="직사각형 202">
              <a:extLst>
                <a:ext uri="{FF2B5EF4-FFF2-40B4-BE49-F238E27FC236}">
                  <a16:creationId xmlns:a16="http://schemas.microsoft.com/office/drawing/2014/main" id="{4BFC2274-DFA4-6FEA-1939-14FB38249FC3}"/>
                </a:ext>
              </a:extLst>
            </p:cNvPr>
            <p:cNvSpPr/>
            <p:nvPr/>
          </p:nvSpPr>
          <p:spPr>
            <a:xfrm flipV="1">
              <a:off x="9227992" y="4533537"/>
              <a:ext cx="811357" cy="38556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sp>
        <p:nvSpPr>
          <p:cNvPr id="291" name="TextBox 290">
            <a:extLst>
              <a:ext uri="{FF2B5EF4-FFF2-40B4-BE49-F238E27FC236}">
                <a16:creationId xmlns:a16="http://schemas.microsoft.com/office/drawing/2014/main" id="{3DB11753-19BC-5BEF-1EDE-2CC2DE6AE8B5}"/>
              </a:ext>
            </a:extLst>
          </p:cNvPr>
          <p:cNvSpPr txBox="1"/>
          <p:nvPr/>
        </p:nvSpPr>
        <p:spPr>
          <a:xfrm>
            <a:off x="277091" y="286327"/>
            <a:ext cx="563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층</a:t>
            </a:r>
          </a:p>
        </p:txBody>
      </p:sp>
      <p:sp>
        <p:nvSpPr>
          <p:cNvPr id="292" name="직사각형 291">
            <a:extLst>
              <a:ext uri="{FF2B5EF4-FFF2-40B4-BE49-F238E27FC236}">
                <a16:creationId xmlns:a16="http://schemas.microsoft.com/office/drawing/2014/main" id="{104D54A5-F323-D191-73BF-41DA782941B9}"/>
              </a:ext>
            </a:extLst>
          </p:cNvPr>
          <p:cNvSpPr/>
          <p:nvPr/>
        </p:nvSpPr>
        <p:spPr>
          <a:xfrm>
            <a:off x="8041642" y="4518316"/>
            <a:ext cx="869028" cy="50915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계단</a:t>
            </a:r>
          </a:p>
        </p:txBody>
      </p:sp>
      <p:sp>
        <p:nvSpPr>
          <p:cNvPr id="299" name="순서도: 지연 298">
            <a:extLst>
              <a:ext uri="{FF2B5EF4-FFF2-40B4-BE49-F238E27FC236}">
                <a16:creationId xmlns:a16="http://schemas.microsoft.com/office/drawing/2014/main" id="{5D9200D8-E238-3EEA-F6F5-D6AFD85BACD8}"/>
              </a:ext>
            </a:extLst>
          </p:cNvPr>
          <p:cNvSpPr/>
          <p:nvPr/>
        </p:nvSpPr>
        <p:spPr>
          <a:xfrm rot="10800000">
            <a:off x="8849122" y="1833891"/>
            <a:ext cx="56034" cy="131618"/>
          </a:xfrm>
          <a:prstGeom prst="flowChartDelay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01" name="직사각형 300">
            <a:extLst>
              <a:ext uri="{FF2B5EF4-FFF2-40B4-BE49-F238E27FC236}">
                <a16:creationId xmlns:a16="http://schemas.microsoft.com/office/drawing/2014/main" id="{12EF6077-52A1-A7E3-CCAB-A2C76FDAC551}"/>
              </a:ext>
            </a:extLst>
          </p:cNvPr>
          <p:cNvSpPr/>
          <p:nvPr/>
        </p:nvSpPr>
        <p:spPr>
          <a:xfrm>
            <a:off x="8074562" y="2154266"/>
            <a:ext cx="216530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05" name="직사각형 304">
            <a:extLst>
              <a:ext uri="{FF2B5EF4-FFF2-40B4-BE49-F238E27FC236}">
                <a16:creationId xmlns:a16="http://schemas.microsoft.com/office/drawing/2014/main" id="{7D35C583-F3F8-5D7D-844A-D077A7B5FF84}"/>
              </a:ext>
            </a:extLst>
          </p:cNvPr>
          <p:cNvSpPr/>
          <p:nvPr/>
        </p:nvSpPr>
        <p:spPr>
          <a:xfrm rot="16200000">
            <a:off x="6960852" y="2247201"/>
            <a:ext cx="93415" cy="187761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06" name="직사각형 305">
            <a:extLst>
              <a:ext uri="{FF2B5EF4-FFF2-40B4-BE49-F238E27FC236}">
                <a16:creationId xmlns:a16="http://schemas.microsoft.com/office/drawing/2014/main" id="{AFBEC3CA-23CE-8D72-2514-99CA9A6AEEA1}"/>
              </a:ext>
            </a:extLst>
          </p:cNvPr>
          <p:cNvSpPr/>
          <p:nvPr/>
        </p:nvSpPr>
        <p:spPr>
          <a:xfrm rot="5400000">
            <a:off x="7670137" y="3640058"/>
            <a:ext cx="522168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07" name="직사각형 306">
            <a:extLst>
              <a:ext uri="{FF2B5EF4-FFF2-40B4-BE49-F238E27FC236}">
                <a16:creationId xmlns:a16="http://schemas.microsoft.com/office/drawing/2014/main" id="{7B7DEAFA-C39A-4F0E-5B8D-C4085B427BE6}"/>
              </a:ext>
            </a:extLst>
          </p:cNvPr>
          <p:cNvSpPr/>
          <p:nvPr/>
        </p:nvSpPr>
        <p:spPr>
          <a:xfrm rot="5400000">
            <a:off x="7670137" y="4563223"/>
            <a:ext cx="522168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09" name="직사각형 308">
            <a:extLst>
              <a:ext uri="{FF2B5EF4-FFF2-40B4-BE49-F238E27FC236}">
                <a16:creationId xmlns:a16="http://schemas.microsoft.com/office/drawing/2014/main" id="{DB9A7B35-AF08-BF22-88DD-8706C4B79E42}"/>
              </a:ext>
            </a:extLst>
          </p:cNvPr>
          <p:cNvSpPr/>
          <p:nvPr/>
        </p:nvSpPr>
        <p:spPr>
          <a:xfrm>
            <a:off x="7214453" y="3232717"/>
            <a:ext cx="443091" cy="4655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10" name="직사각형 309">
            <a:extLst>
              <a:ext uri="{FF2B5EF4-FFF2-40B4-BE49-F238E27FC236}">
                <a16:creationId xmlns:a16="http://schemas.microsoft.com/office/drawing/2014/main" id="{8C83B691-CC91-C00B-113B-5314C60D129E}"/>
              </a:ext>
            </a:extLst>
          </p:cNvPr>
          <p:cNvSpPr/>
          <p:nvPr/>
        </p:nvSpPr>
        <p:spPr>
          <a:xfrm>
            <a:off x="6404943" y="3232717"/>
            <a:ext cx="443091" cy="4655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11" name="직사각형 310">
            <a:extLst>
              <a:ext uri="{FF2B5EF4-FFF2-40B4-BE49-F238E27FC236}">
                <a16:creationId xmlns:a16="http://schemas.microsoft.com/office/drawing/2014/main" id="{D6A13391-2DE7-0314-2724-81F1F05A81A1}"/>
              </a:ext>
            </a:extLst>
          </p:cNvPr>
          <p:cNvSpPr/>
          <p:nvPr/>
        </p:nvSpPr>
        <p:spPr>
          <a:xfrm>
            <a:off x="7214453" y="4057588"/>
            <a:ext cx="443091" cy="4655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12" name="직사각형 311">
            <a:extLst>
              <a:ext uri="{FF2B5EF4-FFF2-40B4-BE49-F238E27FC236}">
                <a16:creationId xmlns:a16="http://schemas.microsoft.com/office/drawing/2014/main" id="{1122E391-3D1D-F9E0-4F3A-251756B82C6A}"/>
              </a:ext>
            </a:extLst>
          </p:cNvPr>
          <p:cNvSpPr/>
          <p:nvPr/>
        </p:nvSpPr>
        <p:spPr>
          <a:xfrm>
            <a:off x="6404943" y="4057588"/>
            <a:ext cx="443091" cy="4655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13" name="직사각형 312">
            <a:extLst>
              <a:ext uri="{FF2B5EF4-FFF2-40B4-BE49-F238E27FC236}">
                <a16:creationId xmlns:a16="http://schemas.microsoft.com/office/drawing/2014/main" id="{8CC4A234-0E18-0AEB-C152-DBD0F8D7B70C}"/>
              </a:ext>
            </a:extLst>
          </p:cNvPr>
          <p:cNvSpPr/>
          <p:nvPr/>
        </p:nvSpPr>
        <p:spPr>
          <a:xfrm>
            <a:off x="7214453" y="4192703"/>
            <a:ext cx="443091" cy="4655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14" name="직사각형 313">
            <a:extLst>
              <a:ext uri="{FF2B5EF4-FFF2-40B4-BE49-F238E27FC236}">
                <a16:creationId xmlns:a16="http://schemas.microsoft.com/office/drawing/2014/main" id="{7E0D562C-3D13-E1D6-B2F6-FF27541303E2}"/>
              </a:ext>
            </a:extLst>
          </p:cNvPr>
          <p:cNvSpPr/>
          <p:nvPr/>
        </p:nvSpPr>
        <p:spPr>
          <a:xfrm>
            <a:off x="6404943" y="4192703"/>
            <a:ext cx="443091" cy="4655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17" name="직사각형 316">
            <a:extLst>
              <a:ext uri="{FF2B5EF4-FFF2-40B4-BE49-F238E27FC236}">
                <a16:creationId xmlns:a16="http://schemas.microsoft.com/office/drawing/2014/main" id="{27DE621E-A877-0938-4AB8-38FB30A75E76}"/>
              </a:ext>
            </a:extLst>
          </p:cNvPr>
          <p:cNvSpPr/>
          <p:nvPr/>
        </p:nvSpPr>
        <p:spPr>
          <a:xfrm>
            <a:off x="7214453" y="3092744"/>
            <a:ext cx="443091" cy="4655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18" name="직사각형 317">
            <a:extLst>
              <a:ext uri="{FF2B5EF4-FFF2-40B4-BE49-F238E27FC236}">
                <a16:creationId xmlns:a16="http://schemas.microsoft.com/office/drawing/2014/main" id="{F04D6510-EEA8-78BE-FD7F-E8DA170EDDFB}"/>
              </a:ext>
            </a:extLst>
          </p:cNvPr>
          <p:cNvSpPr/>
          <p:nvPr/>
        </p:nvSpPr>
        <p:spPr>
          <a:xfrm>
            <a:off x="6404943" y="3092744"/>
            <a:ext cx="443091" cy="4655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19" name="직사각형 318">
            <a:extLst>
              <a:ext uri="{FF2B5EF4-FFF2-40B4-BE49-F238E27FC236}">
                <a16:creationId xmlns:a16="http://schemas.microsoft.com/office/drawing/2014/main" id="{A48C0A4F-17D9-B4F4-1E37-AB52F76810FD}"/>
              </a:ext>
            </a:extLst>
          </p:cNvPr>
          <p:cNvSpPr/>
          <p:nvPr/>
        </p:nvSpPr>
        <p:spPr>
          <a:xfrm rot="5400000">
            <a:off x="5203857" y="4374298"/>
            <a:ext cx="288043" cy="9259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29" name="직사각형 328">
            <a:extLst>
              <a:ext uri="{FF2B5EF4-FFF2-40B4-BE49-F238E27FC236}">
                <a16:creationId xmlns:a16="http://schemas.microsoft.com/office/drawing/2014/main" id="{3CFB510D-3049-2481-6877-AD643CECF3ED}"/>
              </a:ext>
            </a:extLst>
          </p:cNvPr>
          <p:cNvSpPr/>
          <p:nvPr/>
        </p:nvSpPr>
        <p:spPr>
          <a:xfrm>
            <a:off x="8042550" y="1317548"/>
            <a:ext cx="868232" cy="43918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31" name="직사각형 330">
            <a:extLst>
              <a:ext uri="{FF2B5EF4-FFF2-40B4-BE49-F238E27FC236}">
                <a16:creationId xmlns:a16="http://schemas.microsoft.com/office/drawing/2014/main" id="{6C629A74-D1DA-EF78-CD17-D518C12B3716}"/>
              </a:ext>
            </a:extLst>
          </p:cNvPr>
          <p:cNvSpPr/>
          <p:nvPr/>
        </p:nvSpPr>
        <p:spPr>
          <a:xfrm>
            <a:off x="8042040" y="1323062"/>
            <a:ext cx="430014" cy="8540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33" name="직사각형 332">
            <a:extLst>
              <a:ext uri="{FF2B5EF4-FFF2-40B4-BE49-F238E27FC236}">
                <a16:creationId xmlns:a16="http://schemas.microsoft.com/office/drawing/2014/main" id="{AF3DC912-D771-FD6B-0009-891EBF2A8940}"/>
              </a:ext>
            </a:extLst>
          </p:cNvPr>
          <p:cNvSpPr/>
          <p:nvPr/>
        </p:nvSpPr>
        <p:spPr>
          <a:xfrm>
            <a:off x="8329610" y="1758208"/>
            <a:ext cx="142444" cy="41891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34" name="직사각형 333">
            <a:extLst>
              <a:ext uri="{FF2B5EF4-FFF2-40B4-BE49-F238E27FC236}">
                <a16:creationId xmlns:a16="http://schemas.microsoft.com/office/drawing/2014/main" id="{73CCF402-78F0-E898-5DB9-A39DA7975B85}"/>
              </a:ext>
            </a:extLst>
          </p:cNvPr>
          <p:cNvSpPr/>
          <p:nvPr/>
        </p:nvSpPr>
        <p:spPr>
          <a:xfrm>
            <a:off x="8471245" y="1758208"/>
            <a:ext cx="142444" cy="41891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35" name="직사각형 334">
            <a:extLst>
              <a:ext uri="{FF2B5EF4-FFF2-40B4-BE49-F238E27FC236}">
                <a16:creationId xmlns:a16="http://schemas.microsoft.com/office/drawing/2014/main" id="{60A1C045-E2C7-8005-10EE-CDC5CCBCD651}"/>
              </a:ext>
            </a:extLst>
          </p:cNvPr>
          <p:cNvSpPr/>
          <p:nvPr/>
        </p:nvSpPr>
        <p:spPr>
          <a:xfrm>
            <a:off x="8656804" y="2154266"/>
            <a:ext cx="216530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9" name="순서도: 지연 8">
            <a:extLst>
              <a:ext uri="{FF2B5EF4-FFF2-40B4-BE49-F238E27FC236}">
                <a16:creationId xmlns:a16="http://schemas.microsoft.com/office/drawing/2014/main" id="{809B0DDC-385D-E29C-99D8-AC5320F2C873}"/>
              </a:ext>
            </a:extLst>
          </p:cNvPr>
          <p:cNvSpPr/>
          <p:nvPr/>
        </p:nvSpPr>
        <p:spPr>
          <a:xfrm rot="5400000">
            <a:off x="7020850" y="1468559"/>
            <a:ext cx="113255" cy="169529"/>
          </a:xfrm>
          <a:prstGeom prst="flowChartDelay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0" name="순서도: 지연 9">
            <a:extLst>
              <a:ext uri="{FF2B5EF4-FFF2-40B4-BE49-F238E27FC236}">
                <a16:creationId xmlns:a16="http://schemas.microsoft.com/office/drawing/2014/main" id="{6C2C8FCE-748F-394B-BF11-0AEE3AE20B43}"/>
              </a:ext>
            </a:extLst>
          </p:cNvPr>
          <p:cNvSpPr/>
          <p:nvPr/>
        </p:nvSpPr>
        <p:spPr>
          <a:xfrm rot="5400000">
            <a:off x="7294631" y="1468559"/>
            <a:ext cx="113255" cy="169529"/>
          </a:xfrm>
          <a:prstGeom prst="flowChartDelay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2" name="순서도: 지연 11">
            <a:extLst>
              <a:ext uri="{FF2B5EF4-FFF2-40B4-BE49-F238E27FC236}">
                <a16:creationId xmlns:a16="http://schemas.microsoft.com/office/drawing/2014/main" id="{3EA55CF9-C2E0-898E-F7EA-866AFD68EA03}"/>
              </a:ext>
            </a:extLst>
          </p:cNvPr>
          <p:cNvSpPr/>
          <p:nvPr/>
        </p:nvSpPr>
        <p:spPr>
          <a:xfrm rot="5400000">
            <a:off x="7548455" y="1468559"/>
            <a:ext cx="113255" cy="169529"/>
          </a:xfrm>
          <a:prstGeom prst="flowChartDelay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4" name="순서도: 지연 13">
            <a:extLst>
              <a:ext uri="{FF2B5EF4-FFF2-40B4-BE49-F238E27FC236}">
                <a16:creationId xmlns:a16="http://schemas.microsoft.com/office/drawing/2014/main" id="{D09102C9-B55E-13FF-88A0-C2670139192C}"/>
              </a:ext>
            </a:extLst>
          </p:cNvPr>
          <p:cNvSpPr/>
          <p:nvPr/>
        </p:nvSpPr>
        <p:spPr>
          <a:xfrm rot="16200000">
            <a:off x="7020850" y="2077407"/>
            <a:ext cx="113255" cy="169529"/>
          </a:xfrm>
          <a:prstGeom prst="flowChartDelay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6" name="순서도: 지연 15">
            <a:extLst>
              <a:ext uri="{FF2B5EF4-FFF2-40B4-BE49-F238E27FC236}">
                <a16:creationId xmlns:a16="http://schemas.microsoft.com/office/drawing/2014/main" id="{0BE9FF64-ACC5-3587-05AC-746AA4AB5E92}"/>
              </a:ext>
            </a:extLst>
          </p:cNvPr>
          <p:cNvSpPr/>
          <p:nvPr/>
        </p:nvSpPr>
        <p:spPr>
          <a:xfrm rot="16200000">
            <a:off x="7294631" y="2077407"/>
            <a:ext cx="113255" cy="169529"/>
          </a:xfrm>
          <a:prstGeom prst="flowChartDelay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0" name="순서도: 지연 19">
            <a:extLst>
              <a:ext uri="{FF2B5EF4-FFF2-40B4-BE49-F238E27FC236}">
                <a16:creationId xmlns:a16="http://schemas.microsoft.com/office/drawing/2014/main" id="{AA377145-BC31-8191-E93C-9ED585ACDDD7}"/>
              </a:ext>
            </a:extLst>
          </p:cNvPr>
          <p:cNvSpPr/>
          <p:nvPr/>
        </p:nvSpPr>
        <p:spPr>
          <a:xfrm rot="16200000">
            <a:off x="7548455" y="2077407"/>
            <a:ext cx="113255" cy="169529"/>
          </a:xfrm>
          <a:prstGeom prst="flowChartDelay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6921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F0A74-8BE0-8CDC-1AE9-BD7909242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F2D5B23-353A-ACC6-5026-4B51558B62A0}"/>
              </a:ext>
            </a:extLst>
          </p:cNvPr>
          <p:cNvSpPr/>
          <p:nvPr/>
        </p:nvSpPr>
        <p:spPr>
          <a:xfrm>
            <a:off x="1427018" y="554182"/>
            <a:ext cx="9337964" cy="58558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90B24D4-8A0B-5CE7-1AC9-548153D672EF}"/>
              </a:ext>
            </a:extLst>
          </p:cNvPr>
          <p:cNvSpPr/>
          <p:nvPr/>
        </p:nvSpPr>
        <p:spPr>
          <a:xfrm>
            <a:off x="2757055" y="1319070"/>
            <a:ext cx="6153726" cy="37083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28D21DD-C04B-441C-C288-C8856ACDDDF2}"/>
              </a:ext>
            </a:extLst>
          </p:cNvPr>
          <p:cNvSpPr/>
          <p:nvPr/>
        </p:nvSpPr>
        <p:spPr>
          <a:xfrm>
            <a:off x="1493982" y="1523584"/>
            <a:ext cx="588819" cy="1164198"/>
          </a:xfrm>
          <a:prstGeom prst="rect">
            <a:avLst/>
          </a:prstGeom>
          <a:noFill/>
          <a:ln w="9525"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흡연</a:t>
            </a:r>
            <a:endParaRPr lang="en-US" altLang="ko-KR" sz="1000" dirty="0">
              <a:solidFill>
                <a:schemeClr val="bg2">
                  <a:lumMod val="50000"/>
                </a:schemeClr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구역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A454F6A-52A9-1064-9482-3F32FDEF921F}"/>
              </a:ext>
            </a:extLst>
          </p:cNvPr>
          <p:cNvSpPr/>
          <p:nvPr/>
        </p:nvSpPr>
        <p:spPr>
          <a:xfrm>
            <a:off x="1493982" y="2846901"/>
            <a:ext cx="588819" cy="1164198"/>
          </a:xfrm>
          <a:prstGeom prst="rect">
            <a:avLst/>
          </a:prstGeom>
          <a:noFill/>
          <a:ln w="9525"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자전거</a:t>
            </a:r>
            <a:endParaRPr lang="en-US" altLang="ko-KR" sz="1000" dirty="0">
              <a:solidFill>
                <a:schemeClr val="bg2">
                  <a:lumMod val="50000"/>
                </a:schemeClr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보관소</a:t>
            </a:r>
            <a:endParaRPr lang="en-US" altLang="ko-KR" sz="1000" dirty="0">
              <a:solidFill>
                <a:schemeClr val="bg2">
                  <a:lumMod val="50000"/>
                </a:schemeClr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0165F19-68D3-251B-9D2A-889C8392F6BD}"/>
              </a:ext>
            </a:extLst>
          </p:cNvPr>
          <p:cNvSpPr/>
          <p:nvPr/>
        </p:nvSpPr>
        <p:spPr>
          <a:xfrm>
            <a:off x="2757055" y="967245"/>
            <a:ext cx="6153726" cy="346790"/>
          </a:xfrm>
          <a:prstGeom prst="rect">
            <a:avLst/>
          </a:prstGeom>
          <a:noFill/>
          <a:ln w="9525"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화단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EBA978C-9481-FF2C-8906-3E9F6C61500B}"/>
              </a:ext>
            </a:extLst>
          </p:cNvPr>
          <p:cNvSpPr/>
          <p:nvPr/>
        </p:nvSpPr>
        <p:spPr>
          <a:xfrm>
            <a:off x="8042550" y="1328097"/>
            <a:ext cx="868232" cy="8490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3" name="순서도: 지연 32">
            <a:extLst>
              <a:ext uri="{FF2B5EF4-FFF2-40B4-BE49-F238E27FC236}">
                <a16:creationId xmlns:a16="http://schemas.microsoft.com/office/drawing/2014/main" id="{0417674E-8AA4-E28A-4648-CD2CD33B77B9}"/>
              </a:ext>
            </a:extLst>
          </p:cNvPr>
          <p:cNvSpPr/>
          <p:nvPr/>
        </p:nvSpPr>
        <p:spPr>
          <a:xfrm rot="5400000">
            <a:off x="8169563" y="1433356"/>
            <a:ext cx="175465" cy="131618"/>
          </a:xfrm>
          <a:prstGeom prst="flowChartDelay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4" name="순서도: 지연 33">
            <a:extLst>
              <a:ext uri="{FF2B5EF4-FFF2-40B4-BE49-F238E27FC236}">
                <a16:creationId xmlns:a16="http://schemas.microsoft.com/office/drawing/2014/main" id="{BAB314B8-67D1-2959-05D3-32457A258F4A}"/>
              </a:ext>
            </a:extLst>
          </p:cNvPr>
          <p:cNvSpPr/>
          <p:nvPr/>
        </p:nvSpPr>
        <p:spPr>
          <a:xfrm rot="5400000">
            <a:off x="8596745" y="1433357"/>
            <a:ext cx="175465" cy="131618"/>
          </a:xfrm>
          <a:prstGeom prst="flowChartDelay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A0FEE48-1003-B5A1-D363-F0968DDA518B}"/>
              </a:ext>
            </a:extLst>
          </p:cNvPr>
          <p:cNvSpPr/>
          <p:nvPr/>
        </p:nvSpPr>
        <p:spPr>
          <a:xfrm>
            <a:off x="8149779" y="1310388"/>
            <a:ext cx="225666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8E5F8BB-001B-D8E8-DF78-054D41EC6EB0}"/>
              </a:ext>
            </a:extLst>
          </p:cNvPr>
          <p:cNvSpPr/>
          <p:nvPr/>
        </p:nvSpPr>
        <p:spPr>
          <a:xfrm>
            <a:off x="8578585" y="1310388"/>
            <a:ext cx="225666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0FB578F4-ED80-6670-67B8-C013B773D7C9}"/>
              </a:ext>
            </a:extLst>
          </p:cNvPr>
          <p:cNvSpPr/>
          <p:nvPr/>
        </p:nvSpPr>
        <p:spPr>
          <a:xfrm>
            <a:off x="8360679" y="1908845"/>
            <a:ext cx="71467" cy="138546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08D94F08-C451-46B6-28A1-5AA0F0319792}"/>
              </a:ext>
            </a:extLst>
          </p:cNvPr>
          <p:cNvSpPr/>
          <p:nvPr/>
        </p:nvSpPr>
        <p:spPr>
          <a:xfrm>
            <a:off x="8506734" y="1907275"/>
            <a:ext cx="71467" cy="138546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A3B9C35-7BB8-BF6F-C6D4-C9D68000DDB2}"/>
              </a:ext>
            </a:extLst>
          </p:cNvPr>
          <p:cNvSpPr/>
          <p:nvPr/>
        </p:nvSpPr>
        <p:spPr>
          <a:xfrm rot="5400000">
            <a:off x="7396772" y="1682016"/>
            <a:ext cx="1011590" cy="28265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A5D1110A-1436-3FF1-FE18-D08B5CEA313C}"/>
              </a:ext>
            </a:extLst>
          </p:cNvPr>
          <p:cNvGrpSpPr/>
          <p:nvPr/>
        </p:nvGrpSpPr>
        <p:grpSpPr>
          <a:xfrm rot="10800000">
            <a:off x="9883746" y="1221353"/>
            <a:ext cx="868218" cy="3806115"/>
            <a:chOff x="9199419" y="1164622"/>
            <a:chExt cx="868218" cy="3806115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4667AE4-A7BB-BABC-BB06-8FE9CA78E6E4}"/>
                </a:ext>
              </a:extLst>
            </p:cNvPr>
            <p:cNvSpPr/>
            <p:nvPr/>
          </p:nvSpPr>
          <p:spPr>
            <a:xfrm>
              <a:off x="9199419" y="1164622"/>
              <a:ext cx="868218" cy="3806115"/>
            </a:xfrm>
            <a:prstGeom prst="rect">
              <a:avLst/>
            </a:prstGeom>
            <a:noFill/>
            <a:ln w="9525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2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01C626C9-D186-159C-3DF1-C5B405EABDAC}"/>
                </a:ext>
              </a:extLst>
            </p:cNvPr>
            <p:cNvSpPr/>
            <p:nvPr/>
          </p:nvSpPr>
          <p:spPr>
            <a:xfrm flipV="1">
              <a:off x="9227992" y="1192229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bg2">
                      <a:lumMod val="50000"/>
                    </a:schemeClr>
                  </a:solidFill>
                  <a:latin typeface="바탕체" panose="02030609000101010101" pitchFamily="17" charset="-127"/>
                  <a:ea typeface="바탕체" panose="02030609000101010101" pitchFamily="17" charset="-127"/>
                </a:rPr>
                <a:t>주차장</a:t>
              </a:r>
            </a:p>
          </p:txBody>
        </p: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BE1378A3-290D-1C6C-E207-A421B1BD9C60}"/>
                </a:ext>
              </a:extLst>
            </p:cNvPr>
            <p:cNvSpPr/>
            <p:nvPr/>
          </p:nvSpPr>
          <p:spPr>
            <a:xfrm flipV="1">
              <a:off x="9227992" y="1609049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2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83" name="직사각형 182">
              <a:extLst>
                <a:ext uri="{FF2B5EF4-FFF2-40B4-BE49-F238E27FC236}">
                  <a16:creationId xmlns:a16="http://schemas.microsoft.com/office/drawing/2014/main" id="{87C583EA-D311-F194-02C3-80DC20119323}"/>
                </a:ext>
              </a:extLst>
            </p:cNvPr>
            <p:cNvSpPr/>
            <p:nvPr/>
          </p:nvSpPr>
          <p:spPr>
            <a:xfrm flipV="1">
              <a:off x="9227992" y="2028880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2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63389868-929B-324A-5C40-9E8AD2F93C58}"/>
                </a:ext>
              </a:extLst>
            </p:cNvPr>
            <p:cNvSpPr/>
            <p:nvPr/>
          </p:nvSpPr>
          <p:spPr>
            <a:xfrm flipV="1">
              <a:off x="9227992" y="2445700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2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85" name="직사각형 184">
              <a:extLst>
                <a:ext uri="{FF2B5EF4-FFF2-40B4-BE49-F238E27FC236}">
                  <a16:creationId xmlns:a16="http://schemas.microsoft.com/office/drawing/2014/main" id="{F4D2E0D2-2307-AA05-CCB4-ECCA33887268}"/>
                </a:ext>
              </a:extLst>
            </p:cNvPr>
            <p:cNvSpPr/>
            <p:nvPr/>
          </p:nvSpPr>
          <p:spPr>
            <a:xfrm flipV="1">
              <a:off x="9227992" y="2875419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2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419DF0F7-FEBA-7164-6F8C-89673EB0EF4B}"/>
                </a:ext>
              </a:extLst>
            </p:cNvPr>
            <p:cNvSpPr/>
            <p:nvPr/>
          </p:nvSpPr>
          <p:spPr>
            <a:xfrm flipV="1">
              <a:off x="9227992" y="3292239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2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459D9381-0FBC-8DF6-E656-E211A91CAC42}"/>
                </a:ext>
              </a:extLst>
            </p:cNvPr>
            <p:cNvSpPr/>
            <p:nvPr/>
          </p:nvSpPr>
          <p:spPr>
            <a:xfrm flipV="1">
              <a:off x="9227992" y="3706613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2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83D7BC3D-4172-0F18-0E4E-4EB0E64FB83C}"/>
                </a:ext>
              </a:extLst>
            </p:cNvPr>
            <p:cNvSpPr/>
            <p:nvPr/>
          </p:nvSpPr>
          <p:spPr>
            <a:xfrm flipV="1">
              <a:off x="9227992" y="4123433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2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89" name="직사각형 188">
              <a:extLst>
                <a:ext uri="{FF2B5EF4-FFF2-40B4-BE49-F238E27FC236}">
                  <a16:creationId xmlns:a16="http://schemas.microsoft.com/office/drawing/2014/main" id="{FAE1A0FD-852B-D559-2456-F91CE3AAF4CA}"/>
                </a:ext>
              </a:extLst>
            </p:cNvPr>
            <p:cNvSpPr/>
            <p:nvPr/>
          </p:nvSpPr>
          <p:spPr>
            <a:xfrm flipV="1">
              <a:off x="9227992" y="4533537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2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352740EF-1E47-4DE4-AA8F-A3CEE622F505}"/>
              </a:ext>
            </a:extLst>
          </p:cNvPr>
          <p:cNvSpPr/>
          <p:nvPr/>
        </p:nvSpPr>
        <p:spPr>
          <a:xfrm rot="16200000">
            <a:off x="10179047" y="5670256"/>
            <a:ext cx="1168488" cy="98633"/>
          </a:xfrm>
          <a:prstGeom prst="rect">
            <a:avLst/>
          </a:prstGeom>
          <a:noFill/>
          <a:ln w="9525">
            <a:solidFill>
              <a:schemeClr val="tx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93E16CE1-B6D9-C533-2CD2-FB07824778AE}"/>
              </a:ext>
            </a:extLst>
          </p:cNvPr>
          <p:cNvGrpSpPr/>
          <p:nvPr/>
        </p:nvGrpSpPr>
        <p:grpSpPr>
          <a:xfrm rot="5400000">
            <a:off x="2895966" y="4069982"/>
            <a:ext cx="868218" cy="3806115"/>
            <a:chOff x="9199419" y="1164622"/>
            <a:chExt cx="868218" cy="3806115"/>
          </a:xfrm>
        </p:grpSpPr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C97FCC6A-DC40-B087-F5A0-326AF72A420D}"/>
                </a:ext>
              </a:extLst>
            </p:cNvPr>
            <p:cNvSpPr/>
            <p:nvPr/>
          </p:nvSpPr>
          <p:spPr>
            <a:xfrm>
              <a:off x="9199419" y="1164622"/>
              <a:ext cx="868218" cy="3806115"/>
            </a:xfrm>
            <a:prstGeom prst="rect">
              <a:avLst/>
            </a:prstGeom>
            <a:noFill/>
            <a:ln w="9525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2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3F302A72-25C5-678F-179B-FE3691DDA176}"/>
                </a:ext>
              </a:extLst>
            </p:cNvPr>
            <p:cNvSpPr/>
            <p:nvPr/>
          </p:nvSpPr>
          <p:spPr>
            <a:xfrm flipV="1">
              <a:off x="9227992" y="1192229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ko-KR" altLang="en-US" sz="1000" dirty="0">
                  <a:solidFill>
                    <a:schemeClr val="bg2">
                      <a:lumMod val="50000"/>
                    </a:schemeClr>
                  </a:solidFill>
                  <a:latin typeface="바탕체" panose="02030609000101010101" pitchFamily="17" charset="-127"/>
                  <a:ea typeface="바탕체" panose="02030609000101010101" pitchFamily="17" charset="-127"/>
                </a:rPr>
                <a:t>주</a:t>
              </a:r>
              <a:endParaRPr lang="en-US" altLang="ko-KR" sz="1000" dirty="0">
                <a:solidFill>
                  <a:schemeClr val="bg2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  <a:p>
              <a:pPr algn="ctr"/>
              <a:r>
                <a:rPr lang="ko-KR" altLang="en-US" sz="1000" dirty="0">
                  <a:solidFill>
                    <a:schemeClr val="bg2">
                      <a:lumMod val="50000"/>
                    </a:schemeClr>
                  </a:solidFill>
                  <a:latin typeface="바탕체" panose="02030609000101010101" pitchFamily="17" charset="-127"/>
                  <a:ea typeface="바탕체" panose="02030609000101010101" pitchFamily="17" charset="-127"/>
                </a:rPr>
                <a:t>차</a:t>
              </a:r>
              <a:endParaRPr lang="en-US" altLang="ko-KR" sz="1000" dirty="0">
                <a:solidFill>
                  <a:schemeClr val="bg2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  <a:p>
              <a:pPr algn="ctr"/>
              <a:r>
                <a:rPr lang="ko-KR" altLang="en-US" sz="1000" dirty="0">
                  <a:solidFill>
                    <a:schemeClr val="bg2">
                      <a:lumMod val="50000"/>
                    </a:schemeClr>
                  </a:solidFill>
                  <a:latin typeface="바탕체" panose="02030609000101010101" pitchFamily="17" charset="-127"/>
                  <a:ea typeface="바탕체" panose="02030609000101010101" pitchFamily="17" charset="-127"/>
                </a:rPr>
                <a:t>장</a:t>
              </a:r>
            </a:p>
          </p:txBody>
        </p:sp>
        <p:sp>
          <p:nvSpPr>
            <p:cNvPr id="196" name="직사각형 195">
              <a:extLst>
                <a:ext uri="{FF2B5EF4-FFF2-40B4-BE49-F238E27FC236}">
                  <a16:creationId xmlns:a16="http://schemas.microsoft.com/office/drawing/2014/main" id="{8D243778-FB42-57C1-3CD1-5BCFAD518837}"/>
                </a:ext>
              </a:extLst>
            </p:cNvPr>
            <p:cNvSpPr/>
            <p:nvPr/>
          </p:nvSpPr>
          <p:spPr>
            <a:xfrm flipV="1">
              <a:off x="9227992" y="1609049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2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646CEB79-8353-FA7E-B28E-F9F47CFEEA49}"/>
                </a:ext>
              </a:extLst>
            </p:cNvPr>
            <p:cNvSpPr/>
            <p:nvPr/>
          </p:nvSpPr>
          <p:spPr>
            <a:xfrm flipV="1">
              <a:off x="9227992" y="2028880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2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98" name="직사각형 197">
              <a:extLst>
                <a:ext uri="{FF2B5EF4-FFF2-40B4-BE49-F238E27FC236}">
                  <a16:creationId xmlns:a16="http://schemas.microsoft.com/office/drawing/2014/main" id="{8C9572A5-D82F-1B86-281E-301EFA917763}"/>
                </a:ext>
              </a:extLst>
            </p:cNvPr>
            <p:cNvSpPr/>
            <p:nvPr/>
          </p:nvSpPr>
          <p:spPr>
            <a:xfrm flipV="1">
              <a:off x="9227992" y="2445700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2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99" name="직사각형 198">
              <a:extLst>
                <a:ext uri="{FF2B5EF4-FFF2-40B4-BE49-F238E27FC236}">
                  <a16:creationId xmlns:a16="http://schemas.microsoft.com/office/drawing/2014/main" id="{22D6CF70-E994-AA08-020C-106AD1CBC898}"/>
                </a:ext>
              </a:extLst>
            </p:cNvPr>
            <p:cNvSpPr/>
            <p:nvPr/>
          </p:nvSpPr>
          <p:spPr>
            <a:xfrm flipV="1">
              <a:off x="9227992" y="2875419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2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200" name="직사각형 199">
              <a:extLst>
                <a:ext uri="{FF2B5EF4-FFF2-40B4-BE49-F238E27FC236}">
                  <a16:creationId xmlns:a16="http://schemas.microsoft.com/office/drawing/2014/main" id="{19E68419-03D2-4ED2-AAC5-027C9953F4D4}"/>
                </a:ext>
              </a:extLst>
            </p:cNvPr>
            <p:cNvSpPr/>
            <p:nvPr/>
          </p:nvSpPr>
          <p:spPr>
            <a:xfrm flipV="1">
              <a:off x="9227992" y="3292239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2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56D4C44D-4848-933E-13C4-D96705292094}"/>
                </a:ext>
              </a:extLst>
            </p:cNvPr>
            <p:cNvSpPr/>
            <p:nvPr/>
          </p:nvSpPr>
          <p:spPr>
            <a:xfrm flipV="1">
              <a:off x="9227992" y="3706613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2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202" name="직사각형 201">
              <a:extLst>
                <a:ext uri="{FF2B5EF4-FFF2-40B4-BE49-F238E27FC236}">
                  <a16:creationId xmlns:a16="http://schemas.microsoft.com/office/drawing/2014/main" id="{BDF44013-52C0-5081-B051-EBFA5A1DEF00}"/>
                </a:ext>
              </a:extLst>
            </p:cNvPr>
            <p:cNvSpPr/>
            <p:nvPr/>
          </p:nvSpPr>
          <p:spPr>
            <a:xfrm flipV="1">
              <a:off x="9227992" y="4123433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2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203" name="직사각형 202">
              <a:extLst>
                <a:ext uri="{FF2B5EF4-FFF2-40B4-BE49-F238E27FC236}">
                  <a16:creationId xmlns:a16="http://schemas.microsoft.com/office/drawing/2014/main" id="{D9BD5A5D-1634-4502-96EC-4530DB29F036}"/>
                </a:ext>
              </a:extLst>
            </p:cNvPr>
            <p:cNvSpPr/>
            <p:nvPr/>
          </p:nvSpPr>
          <p:spPr>
            <a:xfrm flipV="1">
              <a:off x="9227992" y="4533537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2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sp>
        <p:nvSpPr>
          <p:cNvPr id="291" name="TextBox 290">
            <a:extLst>
              <a:ext uri="{FF2B5EF4-FFF2-40B4-BE49-F238E27FC236}">
                <a16:creationId xmlns:a16="http://schemas.microsoft.com/office/drawing/2014/main" id="{9DC11FB0-39F8-5D65-AA12-0C6A2D4AA15F}"/>
              </a:ext>
            </a:extLst>
          </p:cNvPr>
          <p:cNvSpPr txBox="1"/>
          <p:nvPr/>
        </p:nvSpPr>
        <p:spPr>
          <a:xfrm>
            <a:off x="277091" y="286327"/>
            <a:ext cx="563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층</a:t>
            </a:r>
          </a:p>
        </p:txBody>
      </p:sp>
      <p:sp>
        <p:nvSpPr>
          <p:cNvPr id="292" name="직사각형 291">
            <a:extLst>
              <a:ext uri="{FF2B5EF4-FFF2-40B4-BE49-F238E27FC236}">
                <a16:creationId xmlns:a16="http://schemas.microsoft.com/office/drawing/2014/main" id="{556DA491-3698-BE7B-563E-E34A93CEA41F}"/>
              </a:ext>
            </a:extLst>
          </p:cNvPr>
          <p:cNvSpPr/>
          <p:nvPr/>
        </p:nvSpPr>
        <p:spPr>
          <a:xfrm>
            <a:off x="8041642" y="4518316"/>
            <a:ext cx="869028" cy="50915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계단</a:t>
            </a:r>
          </a:p>
        </p:txBody>
      </p:sp>
      <p:sp>
        <p:nvSpPr>
          <p:cNvPr id="299" name="순서도: 지연 298">
            <a:extLst>
              <a:ext uri="{FF2B5EF4-FFF2-40B4-BE49-F238E27FC236}">
                <a16:creationId xmlns:a16="http://schemas.microsoft.com/office/drawing/2014/main" id="{4D91BBC4-F898-EC1D-4DD0-1548E5AD3D93}"/>
              </a:ext>
            </a:extLst>
          </p:cNvPr>
          <p:cNvSpPr/>
          <p:nvPr/>
        </p:nvSpPr>
        <p:spPr>
          <a:xfrm rot="10800000">
            <a:off x="8849122" y="1833891"/>
            <a:ext cx="56034" cy="131618"/>
          </a:xfrm>
          <a:prstGeom prst="flowChartDelay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01" name="직사각형 300">
            <a:extLst>
              <a:ext uri="{FF2B5EF4-FFF2-40B4-BE49-F238E27FC236}">
                <a16:creationId xmlns:a16="http://schemas.microsoft.com/office/drawing/2014/main" id="{BA376A45-90F8-9797-FB2C-ED8C44663B96}"/>
              </a:ext>
            </a:extLst>
          </p:cNvPr>
          <p:cNvSpPr/>
          <p:nvPr/>
        </p:nvSpPr>
        <p:spPr>
          <a:xfrm>
            <a:off x="8074562" y="2154266"/>
            <a:ext cx="216530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29" name="직사각형 328">
            <a:extLst>
              <a:ext uri="{FF2B5EF4-FFF2-40B4-BE49-F238E27FC236}">
                <a16:creationId xmlns:a16="http://schemas.microsoft.com/office/drawing/2014/main" id="{A5EC6430-0E27-B4DD-16FE-43D724C90AB3}"/>
              </a:ext>
            </a:extLst>
          </p:cNvPr>
          <p:cNvSpPr/>
          <p:nvPr/>
        </p:nvSpPr>
        <p:spPr>
          <a:xfrm>
            <a:off x="8042550" y="1317548"/>
            <a:ext cx="868232" cy="43918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31" name="직사각형 330">
            <a:extLst>
              <a:ext uri="{FF2B5EF4-FFF2-40B4-BE49-F238E27FC236}">
                <a16:creationId xmlns:a16="http://schemas.microsoft.com/office/drawing/2014/main" id="{624845AE-18C4-E3FD-D53F-1EF438E7057E}"/>
              </a:ext>
            </a:extLst>
          </p:cNvPr>
          <p:cNvSpPr/>
          <p:nvPr/>
        </p:nvSpPr>
        <p:spPr>
          <a:xfrm>
            <a:off x="8042040" y="1323062"/>
            <a:ext cx="430014" cy="8540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33" name="직사각형 332">
            <a:extLst>
              <a:ext uri="{FF2B5EF4-FFF2-40B4-BE49-F238E27FC236}">
                <a16:creationId xmlns:a16="http://schemas.microsoft.com/office/drawing/2014/main" id="{5F0FAEBE-EDB4-4472-FF93-7A9E5B1C362C}"/>
              </a:ext>
            </a:extLst>
          </p:cNvPr>
          <p:cNvSpPr/>
          <p:nvPr/>
        </p:nvSpPr>
        <p:spPr>
          <a:xfrm>
            <a:off x="8329610" y="1758208"/>
            <a:ext cx="142444" cy="41891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34" name="직사각형 333">
            <a:extLst>
              <a:ext uri="{FF2B5EF4-FFF2-40B4-BE49-F238E27FC236}">
                <a16:creationId xmlns:a16="http://schemas.microsoft.com/office/drawing/2014/main" id="{0E0DC65F-C0A4-D098-3014-6BD93C69D986}"/>
              </a:ext>
            </a:extLst>
          </p:cNvPr>
          <p:cNvSpPr/>
          <p:nvPr/>
        </p:nvSpPr>
        <p:spPr>
          <a:xfrm>
            <a:off x="8471245" y="1758208"/>
            <a:ext cx="142444" cy="41891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35" name="직사각형 334">
            <a:extLst>
              <a:ext uri="{FF2B5EF4-FFF2-40B4-BE49-F238E27FC236}">
                <a16:creationId xmlns:a16="http://schemas.microsoft.com/office/drawing/2014/main" id="{16B9CD37-F3B9-F2CA-2CB5-C7673481D53B}"/>
              </a:ext>
            </a:extLst>
          </p:cNvPr>
          <p:cNvSpPr/>
          <p:nvPr/>
        </p:nvSpPr>
        <p:spPr>
          <a:xfrm>
            <a:off x="8656804" y="2154266"/>
            <a:ext cx="216530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32EE023-0B5A-EF03-CF64-C6E7EB560B57}"/>
              </a:ext>
            </a:extLst>
          </p:cNvPr>
          <p:cNvSpPr/>
          <p:nvPr/>
        </p:nvSpPr>
        <p:spPr>
          <a:xfrm>
            <a:off x="7792574" y="1473352"/>
            <a:ext cx="182526" cy="276972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0E2A7F1-1938-AF23-62DB-3F2D5E502698}"/>
              </a:ext>
            </a:extLst>
          </p:cNvPr>
          <p:cNvSpPr/>
          <p:nvPr/>
        </p:nvSpPr>
        <p:spPr>
          <a:xfrm>
            <a:off x="6617853" y="1328097"/>
            <a:ext cx="1424697" cy="101158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탕비실</a:t>
            </a:r>
            <a:endParaRPr lang="ko-KR" altLang="en-US" sz="1000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913037A-8FB2-EB9D-5357-86CD88EBDC94}"/>
              </a:ext>
            </a:extLst>
          </p:cNvPr>
          <p:cNvSpPr/>
          <p:nvPr/>
        </p:nvSpPr>
        <p:spPr>
          <a:xfrm>
            <a:off x="7640563" y="1310388"/>
            <a:ext cx="225666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D15EC21-53C4-F163-35B7-7A51EFBD9A54}"/>
              </a:ext>
            </a:extLst>
          </p:cNvPr>
          <p:cNvSpPr/>
          <p:nvPr/>
        </p:nvSpPr>
        <p:spPr>
          <a:xfrm>
            <a:off x="6810769" y="1310388"/>
            <a:ext cx="225666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3E0464D-E24A-477D-1C94-39F2D5C36316}"/>
              </a:ext>
            </a:extLst>
          </p:cNvPr>
          <p:cNvSpPr/>
          <p:nvPr/>
        </p:nvSpPr>
        <p:spPr>
          <a:xfrm>
            <a:off x="7226989" y="1310388"/>
            <a:ext cx="225666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7006AC7-D656-C391-AF5D-A4CF96116338}"/>
              </a:ext>
            </a:extLst>
          </p:cNvPr>
          <p:cNvSpPr/>
          <p:nvPr/>
        </p:nvSpPr>
        <p:spPr>
          <a:xfrm rot="5400000">
            <a:off x="6458011" y="1502152"/>
            <a:ext cx="313543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CFB2551-B71A-52D5-2DE0-C82DAB7E9814}"/>
              </a:ext>
            </a:extLst>
          </p:cNvPr>
          <p:cNvSpPr/>
          <p:nvPr/>
        </p:nvSpPr>
        <p:spPr>
          <a:xfrm>
            <a:off x="6637642" y="1833891"/>
            <a:ext cx="255365" cy="48782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냉장고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7AC6D4F-E3C1-F8D4-0120-2FF518D7AA5B}"/>
              </a:ext>
            </a:extLst>
          </p:cNvPr>
          <p:cNvSpPr/>
          <p:nvPr/>
        </p:nvSpPr>
        <p:spPr>
          <a:xfrm>
            <a:off x="7258719" y="2099915"/>
            <a:ext cx="473946" cy="21432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찬장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087F5575-049B-36EB-84C5-A23DF4A5F794}"/>
              </a:ext>
            </a:extLst>
          </p:cNvPr>
          <p:cNvGrpSpPr/>
          <p:nvPr/>
        </p:nvGrpSpPr>
        <p:grpSpPr>
          <a:xfrm>
            <a:off x="8042510" y="3510973"/>
            <a:ext cx="868244" cy="1007608"/>
            <a:chOff x="7345164" y="3851503"/>
            <a:chExt cx="868244" cy="1031370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2CBE3AFF-7F8F-D9E7-418B-6185FFE3CECB}"/>
                </a:ext>
              </a:extLst>
            </p:cNvPr>
            <p:cNvSpPr/>
            <p:nvPr/>
          </p:nvSpPr>
          <p:spPr>
            <a:xfrm rot="5400000">
              <a:off x="7941371" y="4610834"/>
              <a:ext cx="114532" cy="42954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27C59549-C4B7-DBEB-B41B-BD237932CEA0}"/>
                </a:ext>
              </a:extLst>
            </p:cNvPr>
            <p:cNvSpPr/>
            <p:nvPr/>
          </p:nvSpPr>
          <p:spPr>
            <a:xfrm rot="5400000">
              <a:off x="7507249" y="4606256"/>
              <a:ext cx="114532" cy="4387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B57D4C8B-D94B-F18E-9EC3-FCE323D04858}"/>
                </a:ext>
              </a:extLst>
            </p:cNvPr>
            <p:cNvSpPr/>
            <p:nvPr/>
          </p:nvSpPr>
          <p:spPr>
            <a:xfrm rot="5400000">
              <a:off x="7941371" y="4496300"/>
              <a:ext cx="114532" cy="42954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977624B5-BA5B-918A-8CC9-A134381DE414}"/>
                </a:ext>
              </a:extLst>
            </p:cNvPr>
            <p:cNvSpPr/>
            <p:nvPr/>
          </p:nvSpPr>
          <p:spPr>
            <a:xfrm rot="5400000">
              <a:off x="7507249" y="4491722"/>
              <a:ext cx="114532" cy="4387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3D0E3F03-4834-129F-CE51-C56403A18A30}"/>
                </a:ext>
              </a:extLst>
            </p:cNvPr>
            <p:cNvSpPr/>
            <p:nvPr/>
          </p:nvSpPr>
          <p:spPr>
            <a:xfrm rot="5400000">
              <a:off x="7941371" y="4381766"/>
              <a:ext cx="114532" cy="42954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2341F841-53A2-F680-3FF0-3E4AB4B92B43}"/>
                </a:ext>
              </a:extLst>
            </p:cNvPr>
            <p:cNvSpPr/>
            <p:nvPr/>
          </p:nvSpPr>
          <p:spPr>
            <a:xfrm rot="5400000">
              <a:off x="7507249" y="4377188"/>
              <a:ext cx="114532" cy="4387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62B2D3F9-9B2B-AA99-5383-C31A32C402DC}"/>
                </a:ext>
              </a:extLst>
            </p:cNvPr>
            <p:cNvSpPr/>
            <p:nvPr/>
          </p:nvSpPr>
          <p:spPr>
            <a:xfrm rot="5400000">
              <a:off x="7941371" y="4267232"/>
              <a:ext cx="114532" cy="42954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54DA5323-6CB1-03D3-6F23-A12B2ABF2C41}"/>
                </a:ext>
              </a:extLst>
            </p:cNvPr>
            <p:cNvSpPr/>
            <p:nvPr/>
          </p:nvSpPr>
          <p:spPr>
            <a:xfrm rot="5400000">
              <a:off x="7507249" y="4262654"/>
              <a:ext cx="114532" cy="4387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F0D2AAAF-A820-39CA-1BE9-8197AEDE24E4}"/>
                </a:ext>
              </a:extLst>
            </p:cNvPr>
            <p:cNvSpPr/>
            <p:nvPr/>
          </p:nvSpPr>
          <p:spPr>
            <a:xfrm rot="5400000">
              <a:off x="7941371" y="4153581"/>
              <a:ext cx="114532" cy="42954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A7593C89-0BCE-C9EA-1896-19F8EEFB2D40}"/>
                </a:ext>
              </a:extLst>
            </p:cNvPr>
            <p:cNvSpPr/>
            <p:nvPr/>
          </p:nvSpPr>
          <p:spPr>
            <a:xfrm rot="5400000">
              <a:off x="7507249" y="4149003"/>
              <a:ext cx="114532" cy="4387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CB14B29E-F332-9BCA-743B-2AD4193DFCC0}"/>
                </a:ext>
              </a:extLst>
            </p:cNvPr>
            <p:cNvSpPr/>
            <p:nvPr/>
          </p:nvSpPr>
          <p:spPr>
            <a:xfrm rot="5400000">
              <a:off x="7941371" y="4039047"/>
              <a:ext cx="114532" cy="42954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A7349C5D-CC9E-12F7-557F-FAEF2A1947F1}"/>
                </a:ext>
              </a:extLst>
            </p:cNvPr>
            <p:cNvSpPr/>
            <p:nvPr/>
          </p:nvSpPr>
          <p:spPr>
            <a:xfrm rot="5400000">
              <a:off x="7507249" y="4034469"/>
              <a:ext cx="114532" cy="4387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D45C4831-3003-970D-0072-5985A3532C49}"/>
                </a:ext>
              </a:extLst>
            </p:cNvPr>
            <p:cNvSpPr/>
            <p:nvPr/>
          </p:nvSpPr>
          <p:spPr>
            <a:xfrm rot="5400000">
              <a:off x="7941371" y="3924513"/>
              <a:ext cx="114532" cy="42954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8C5551B8-2250-3C31-2C3D-029C75CCDBE2}"/>
                </a:ext>
              </a:extLst>
            </p:cNvPr>
            <p:cNvSpPr/>
            <p:nvPr/>
          </p:nvSpPr>
          <p:spPr>
            <a:xfrm rot="5400000">
              <a:off x="7507249" y="3919935"/>
              <a:ext cx="114532" cy="4387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5060CD19-29BB-41A1-7A94-81A79D4C55F8}"/>
                </a:ext>
              </a:extLst>
            </p:cNvPr>
            <p:cNvSpPr/>
            <p:nvPr/>
          </p:nvSpPr>
          <p:spPr>
            <a:xfrm rot="5400000">
              <a:off x="7941371" y="3807655"/>
              <a:ext cx="114532" cy="42954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1155A7DE-951D-46C8-A1AB-C03660579369}"/>
                </a:ext>
              </a:extLst>
            </p:cNvPr>
            <p:cNvSpPr/>
            <p:nvPr/>
          </p:nvSpPr>
          <p:spPr>
            <a:xfrm rot="5400000">
              <a:off x="7507249" y="3803076"/>
              <a:ext cx="114532" cy="4387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74A83035-D0B4-C397-7FE7-9762F9D10AC3}"/>
                </a:ext>
              </a:extLst>
            </p:cNvPr>
            <p:cNvSpPr/>
            <p:nvPr/>
          </p:nvSpPr>
          <p:spPr>
            <a:xfrm rot="5400000">
              <a:off x="7941371" y="3694000"/>
              <a:ext cx="114532" cy="42954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9CA0A412-E817-A2C0-AF86-F6C8714B0D45}"/>
                </a:ext>
              </a:extLst>
            </p:cNvPr>
            <p:cNvSpPr/>
            <p:nvPr/>
          </p:nvSpPr>
          <p:spPr>
            <a:xfrm rot="5400000">
              <a:off x="7507249" y="3689418"/>
              <a:ext cx="114532" cy="4387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3680E45F-E4A5-B469-6BE9-6B7240A302D9}"/>
              </a:ext>
            </a:extLst>
          </p:cNvPr>
          <p:cNvGrpSpPr/>
          <p:nvPr/>
        </p:nvGrpSpPr>
        <p:grpSpPr>
          <a:xfrm>
            <a:off x="3007014" y="1567820"/>
            <a:ext cx="2060587" cy="1182892"/>
            <a:chOff x="3086781" y="1893952"/>
            <a:chExt cx="2060587" cy="1182892"/>
          </a:xfrm>
        </p:grpSpPr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F2716F5F-1E1E-9593-CE20-5BBF10A1975D}"/>
                </a:ext>
              </a:extLst>
            </p:cNvPr>
            <p:cNvSpPr/>
            <p:nvPr/>
          </p:nvSpPr>
          <p:spPr>
            <a:xfrm>
              <a:off x="3780259" y="2058810"/>
              <a:ext cx="667598" cy="3963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  <a:latin typeface="바탕체" panose="02030609000101010101" pitchFamily="17" charset="-127"/>
                  <a:ea typeface="바탕체" panose="02030609000101010101" pitchFamily="17" charset="-127"/>
                </a:rPr>
                <a:t>노형철</a:t>
              </a:r>
              <a:endParaRPr lang="ko-KR" altLang="en-US" sz="10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BE942A8F-F3B5-E28C-A322-DDAF601A9167}"/>
                </a:ext>
              </a:extLst>
            </p:cNvPr>
            <p:cNvSpPr/>
            <p:nvPr/>
          </p:nvSpPr>
          <p:spPr>
            <a:xfrm>
              <a:off x="3272620" y="2058811"/>
              <a:ext cx="476518" cy="821446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바탕체" panose="02030609000101010101" pitchFamily="17" charset="-127"/>
                  <a:ea typeface="바탕체" panose="02030609000101010101" pitchFamily="17" charset="-127"/>
                </a:rPr>
                <a:t>유</a:t>
              </a:r>
              <a:br>
                <a:rPr lang="en-US" altLang="ko-KR" sz="1000" dirty="0">
                  <a:solidFill>
                    <a:schemeClr val="tx1"/>
                  </a:solidFill>
                  <a:latin typeface="바탕체" panose="02030609000101010101" pitchFamily="17" charset="-127"/>
                  <a:ea typeface="바탕체" panose="02030609000101010101" pitchFamily="17" charset="-127"/>
                </a:rPr>
              </a:br>
              <a:r>
                <a:rPr lang="ko-KR" altLang="en-US" sz="1000" dirty="0">
                  <a:solidFill>
                    <a:schemeClr val="tx1"/>
                  </a:solidFill>
                  <a:latin typeface="바탕체" panose="02030609000101010101" pitchFamily="17" charset="-127"/>
                  <a:ea typeface="바탕체" panose="02030609000101010101" pitchFamily="17" charset="-127"/>
                </a:rPr>
                <a:t>정</a:t>
              </a:r>
              <a:br>
                <a:rPr lang="en-US" altLang="ko-KR" sz="1000" dirty="0">
                  <a:solidFill>
                    <a:schemeClr val="tx1"/>
                  </a:solidFill>
                  <a:latin typeface="바탕체" panose="02030609000101010101" pitchFamily="17" charset="-127"/>
                  <a:ea typeface="바탕체" panose="02030609000101010101" pitchFamily="17" charset="-127"/>
                </a:rPr>
              </a:br>
              <a:r>
                <a:rPr lang="ko-KR" altLang="en-US" sz="1000" dirty="0">
                  <a:solidFill>
                    <a:schemeClr val="tx1"/>
                  </a:solidFill>
                  <a:latin typeface="바탕체" panose="02030609000101010101" pitchFamily="17" charset="-127"/>
                  <a:ea typeface="바탕체" panose="02030609000101010101" pitchFamily="17" charset="-127"/>
                </a:rPr>
                <a:t>석</a:t>
              </a: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F5658922-7888-4F17-E77E-D7EA675BC15E}"/>
                </a:ext>
              </a:extLst>
            </p:cNvPr>
            <p:cNvSpPr/>
            <p:nvPr/>
          </p:nvSpPr>
          <p:spPr>
            <a:xfrm>
              <a:off x="3780259" y="2484916"/>
              <a:ext cx="667598" cy="3963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  <a:latin typeface="바탕체" panose="02030609000101010101" pitchFamily="17" charset="-127"/>
                  <a:ea typeface="바탕체" panose="02030609000101010101" pitchFamily="17" charset="-127"/>
                </a:rPr>
                <a:t>하도훈</a:t>
              </a:r>
              <a:endParaRPr lang="ko-KR" altLang="en-US" sz="10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449CDBE8-B615-D560-68F1-5DF30D8308AE}"/>
                </a:ext>
              </a:extLst>
            </p:cNvPr>
            <p:cNvSpPr/>
            <p:nvPr/>
          </p:nvSpPr>
          <p:spPr>
            <a:xfrm>
              <a:off x="4479770" y="2058810"/>
              <a:ext cx="667598" cy="3963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바탕체" panose="02030609000101010101" pitchFamily="17" charset="-127"/>
                  <a:ea typeface="바탕체" panose="02030609000101010101" pitchFamily="17" charset="-127"/>
                </a:rPr>
                <a:t>정준희</a:t>
              </a: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AE67A8B6-72C0-604D-ED3B-02C9ADAC6728}"/>
                </a:ext>
              </a:extLst>
            </p:cNvPr>
            <p:cNvSpPr/>
            <p:nvPr/>
          </p:nvSpPr>
          <p:spPr>
            <a:xfrm>
              <a:off x="4479770" y="2484916"/>
              <a:ext cx="667598" cy="3963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  <a:latin typeface="바탕체" panose="02030609000101010101" pitchFamily="17" charset="-127"/>
                  <a:ea typeface="바탕체" panose="02030609000101010101" pitchFamily="17" charset="-127"/>
                </a:rPr>
                <a:t>TBD</a:t>
              </a:r>
              <a:endParaRPr lang="ko-KR" altLang="en-US" sz="10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96" name="순서도: 지연 95">
              <a:extLst>
                <a:ext uri="{FF2B5EF4-FFF2-40B4-BE49-F238E27FC236}">
                  <a16:creationId xmlns:a16="http://schemas.microsoft.com/office/drawing/2014/main" id="{ABEF7FA8-CD52-7E14-4E82-32D9BBA6CA6E}"/>
                </a:ext>
              </a:extLst>
            </p:cNvPr>
            <p:cNvSpPr/>
            <p:nvPr/>
          </p:nvSpPr>
          <p:spPr>
            <a:xfrm rot="5400000">
              <a:off x="4065345" y="1865815"/>
              <a:ext cx="113255" cy="169529"/>
            </a:xfrm>
            <a:prstGeom prst="flowChartDelay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97" name="순서도: 지연 96">
              <a:extLst>
                <a:ext uri="{FF2B5EF4-FFF2-40B4-BE49-F238E27FC236}">
                  <a16:creationId xmlns:a16="http://schemas.microsoft.com/office/drawing/2014/main" id="{17905049-8021-B0C9-DFE1-39D0A7B855CC}"/>
                </a:ext>
              </a:extLst>
            </p:cNvPr>
            <p:cNvSpPr/>
            <p:nvPr/>
          </p:nvSpPr>
          <p:spPr>
            <a:xfrm rot="5400000">
              <a:off x="4756941" y="1865815"/>
              <a:ext cx="113255" cy="169529"/>
            </a:xfrm>
            <a:prstGeom prst="flowChartDelay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98" name="순서도: 지연 97">
              <a:extLst>
                <a:ext uri="{FF2B5EF4-FFF2-40B4-BE49-F238E27FC236}">
                  <a16:creationId xmlns:a16="http://schemas.microsoft.com/office/drawing/2014/main" id="{7F3EB354-156B-5EFC-67B0-15D564679697}"/>
                </a:ext>
              </a:extLst>
            </p:cNvPr>
            <p:cNvSpPr/>
            <p:nvPr/>
          </p:nvSpPr>
          <p:spPr>
            <a:xfrm rot="16200000">
              <a:off x="4065345" y="2935452"/>
              <a:ext cx="113255" cy="169529"/>
            </a:xfrm>
            <a:prstGeom prst="flowChartDelay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99" name="순서도: 지연 98">
              <a:extLst>
                <a:ext uri="{FF2B5EF4-FFF2-40B4-BE49-F238E27FC236}">
                  <a16:creationId xmlns:a16="http://schemas.microsoft.com/office/drawing/2014/main" id="{9870078C-B533-F466-E45E-21C4D5347D5C}"/>
                </a:ext>
              </a:extLst>
            </p:cNvPr>
            <p:cNvSpPr/>
            <p:nvPr/>
          </p:nvSpPr>
          <p:spPr>
            <a:xfrm rot="16200000">
              <a:off x="4756941" y="2935452"/>
              <a:ext cx="113255" cy="169529"/>
            </a:xfrm>
            <a:prstGeom prst="flowChartDelay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00" name="순서도: 지연 99">
              <a:extLst>
                <a:ext uri="{FF2B5EF4-FFF2-40B4-BE49-F238E27FC236}">
                  <a16:creationId xmlns:a16="http://schemas.microsoft.com/office/drawing/2014/main" id="{BAEF026E-29F4-514F-1251-8D004CE58B1C}"/>
                </a:ext>
              </a:extLst>
            </p:cNvPr>
            <p:cNvSpPr/>
            <p:nvPr/>
          </p:nvSpPr>
          <p:spPr>
            <a:xfrm>
              <a:off x="3086781" y="2400151"/>
              <a:ext cx="113255" cy="169529"/>
            </a:xfrm>
            <a:prstGeom prst="flowChartDelay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3C3D4DD5-9771-F7ED-A30C-BF4BAC473BCA}"/>
              </a:ext>
            </a:extLst>
          </p:cNvPr>
          <p:cNvSpPr/>
          <p:nvPr/>
        </p:nvSpPr>
        <p:spPr>
          <a:xfrm rot="5400000">
            <a:off x="2616479" y="2064228"/>
            <a:ext cx="313543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59F7F172-E54B-2316-5A21-D5031338070F}"/>
              </a:ext>
            </a:extLst>
          </p:cNvPr>
          <p:cNvSpPr/>
          <p:nvPr/>
        </p:nvSpPr>
        <p:spPr>
          <a:xfrm rot="5400000">
            <a:off x="2616479" y="2625357"/>
            <a:ext cx="313543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9C750A79-FD2A-4B71-A77E-BB1B58ED1B4C}"/>
              </a:ext>
            </a:extLst>
          </p:cNvPr>
          <p:cNvSpPr/>
          <p:nvPr/>
        </p:nvSpPr>
        <p:spPr>
          <a:xfrm rot="5400000">
            <a:off x="2616479" y="3133653"/>
            <a:ext cx="313543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E745DCB0-4701-F774-EB46-E0A872F62848}"/>
              </a:ext>
            </a:extLst>
          </p:cNvPr>
          <p:cNvSpPr/>
          <p:nvPr/>
        </p:nvSpPr>
        <p:spPr>
          <a:xfrm>
            <a:off x="3109180" y="1310388"/>
            <a:ext cx="375870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D82E1BC6-E901-29DA-2DA0-208521AA71AD}"/>
              </a:ext>
            </a:extLst>
          </p:cNvPr>
          <p:cNvSpPr/>
          <p:nvPr/>
        </p:nvSpPr>
        <p:spPr>
          <a:xfrm rot="5400000">
            <a:off x="2616479" y="1547467"/>
            <a:ext cx="313543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D980457B-68B3-2683-E139-C69730A2889D}"/>
              </a:ext>
            </a:extLst>
          </p:cNvPr>
          <p:cNvSpPr/>
          <p:nvPr/>
        </p:nvSpPr>
        <p:spPr>
          <a:xfrm>
            <a:off x="4220856" y="1310388"/>
            <a:ext cx="375870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96A24323-F9A4-FBBC-6858-1E8DD608307C}"/>
              </a:ext>
            </a:extLst>
          </p:cNvPr>
          <p:cNvSpPr/>
          <p:nvPr/>
        </p:nvSpPr>
        <p:spPr>
          <a:xfrm>
            <a:off x="3657078" y="1310388"/>
            <a:ext cx="375870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2C444552-B78A-6705-E943-08CA50504F11}"/>
              </a:ext>
            </a:extLst>
          </p:cNvPr>
          <p:cNvSpPr/>
          <p:nvPr/>
        </p:nvSpPr>
        <p:spPr>
          <a:xfrm>
            <a:off x="4780674" y="1310388"/>
            <a:ext cx="375870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A9372EE9-1B8C-3789-B1E0-18B16C9C1BEF}"/>
              </a:ext>
            </a:extLst>
          </p:cNvPr>
          <p:cNvSpPr/>
          <p:nvPr/>
        </p:nvSpPr>
        <p:spPr>
          <a:xfrm>
            <a:off x="5347098" y="1310388"/>
            <a:ext cx="375870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291E26E3-A25B-9124-F9EB-03351FDC3713}"/>
              </a:ext>
            </a:extLst>
          </p:cNvPr>
          <p:cNvSpPr/>
          <p:nvPr/>
        </p:nvSpPr>
        <p:spPr>
          <a:xfrm>
            <a:off x="5924059" y="1310388"/>
            <a:ext cx="375870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A6CC0B3A-44B4-64E6-6906-77E58B86A66A}"/>
              </a:ext>
            </a:extLst>
          </p:cNvPr>
          <p:cNvSpPr/>
          <p:nvPr/>
        </p:nvSpPr>
        <p:spPr>
          <a:xfrm rot="5400000">
            <a:off x="8737385" y="2625357"/>
            <a:ext cx="313543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12C57497-176F-5B07-2F0E-8E14DED96629}"/>
              </a:ext>
            </a:extLst>
          </p:cNvPr>
          <p:cNvSpPr/>
          <p:nvPr/>
        </p:nvSpPr>
        <p:spPr>
          <a:xfrm rot="5400000">
            <a:off x="8737385" y="3133653"/>
            <a:ext cx="313543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F614D93C-A99C-C77C-43B9-125003480B5D}"/>
              </a:ext>
            </a:extLst>
          </p:cNvPr>
          <p:cNvSpPr/>
          <p:nvPr/>
        </p:nvSpPr>
        <p:spPr>
          <a:xfrm rot="10800000">
            <a:off x="5667761" y="2886815"/>
            <a:ext cx="2374278" cy="213772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D264F679-2519-6A8B-367C-5DF78960781B}"/>
              </a:ext>
            </a:extLst>
          </p:cNvPr>
          <p:cNvSpPr/>
          <p:nvPr/>
        </p:nvSpPr>
        <p:spPr>
          <a:xfrm rot="10800000">
            <a:off x="2756943" y="3510826"/>
            <a:ext cx="2904582" cy="151370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A4AC1FE5-B5E0-EEF1-D941-BE09B2327594}"/>
              </a:ext>
            </a:extLst>
          </p:cNvPr>
          <p:cNvSpPr/>
          <p:nvPr/>
        </p:nvSpPr>
        <p:spPr>
          <a:xfrm>
            <a:off x="5159163" y="3490132"/>
            <a:ext cx="375870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EA70B24A-EF7F-3B02-7385-37ECDBA8BD63}"/>
              </a:ext>
            </a:extLst>
          </p:cNvPr>
          <p:cNvSpPr/>
          <p:nvPr/>
        </p:nvSpPr>
        <p:spPr>
          <a:xfrm rot="5400000">
            <a:off x="3109770" y="4386323"/>
            <a:ext cx="288043" cy="92073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AC13A07A-CB07-9149-3BFE-40807E2D0CE2}"/>
              </a:ext>
            </a:extLst>
          </p:cNvPr>
          <p:cNvSpPr/>
          <p:nvPr/>
        </p:nvSpPr>
        <p:spPr>
          <a:xfrm rot="5400000">
            <a:off x="4069313" y="4386324"/>
            <a:ext cx="288043" cy="92073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B3EB2E87-4DB2-520F-72D5-DC6C54BA0411}"/>
              </a:ext>
            </a:extLst>
          </p:cNvPr>
          <p:cNvSpPr/>
          <p:nvPr/>
        </p:nvSpPr>
        <p:spPr>
          <a:xfrm rot="5400000">
            <a:off x="5031083" y="4386325"/>
            <a:ext cx="288043" cy="92073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DC3AA3B2-A463-7F18-1C56-91AB822AE87E}"/>
              </a:ext>
            </a:extLst>
          </p:cNvPr>
          <p:cNvSpPr/>
          <p:nvPr/>
        </p:nvSpPr>
        <p:spPr>
          <a:xfrm rot="10800000">
            <a:off x="2793423" y="3556701"/>
            <a:ext cx="288043" cy="9259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C6873FB1-BC8A-9AC8-FE1C-51DCFAEC5FDA}"/>
              </a:ext>
            </a:extLst>
          </p:cNvPr>
          <p:cNvSpPr/>
          <p:nvPr/>
        </p:nvSpPr>
        <p:spPr>
          <a:xfrm rot="10800000">
            <a:off x="3426117" y="3556701"/>
            <a:ext cx="288043" cy="9259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0281EFE7-AC5B-998D-32BA-AB36B2C7E56F}"/>
              </a:ext>
            </a:extLst>
          </p:cNvPr>
          <p:cNvSpPr/>
          <p:nvPr/>
        </p:nvSpPr>
        <p:spPr>
          <a:xfrm rot="10800000">
            <a:off x="4058809" y="3556701"/>
            <a:ext cx="288043" cy="9259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A784A77E-5674-EA9D-BC63-95056B778EED}"/>
              </a:ext>
            </a:extLst>
          </p:cNvPr>
          <p:cNvSpPr/>
          <p:nvPr/>
        </p:nvSpPr>
        <p:spPr>
          <a:xfrm rot="10800000">
            <a:off x="4691500" y="3556701"/>
            <a:ext cx="288043" cy="9259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E26BB11D-D3BA-BA7F-78B5-C3A12B2EF491}"/>
              </a:ext>
            </a:extLst>
          </p:cNvPr>
          <p:cNvSpPr/>
          <p:nvPr/>
        </p:nvSpPr>
        <p:spPr>
          <a:xfrm rot="5400000">
            <a:off x="6446318" y="4386325"/>
            <a:ext cx="288043" cy="92073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78F20E8A-DAEE-51A5-FA89-11A42C18F7A5}"/>
              </a:ext>
            </a:extLst>
          </p:cNvPr>
          <p:cNvSpPr/>
          <p:nvPr/>
        </p:nvSpPr>
        <p:spPr>
          <a:xfrm rot="5400000">
            <a:off x="7405861" y="4386326"/>
            <a:ext cx="288043" cy="92073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03F9214E-68DA-814F-D330-D23CDB23E03F}"/>
              </a:ext>
            </a:extLst>
          </p:cNvPr>
          <p:cNvSpPr/>
          <p:nvPr/>
        </p:nvSpPr>
        <p:spPr>
          <a:xfrm>
            <a:off x="5780574" y="2862416"/>
            <a:ext cx="375870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D2248B3F-5BA4-7184-4299-638ADB673EBA}"/>
              </a:ext>
            </a:extLst>
          </p:cNvPr>
          <p:cNvSpPr/>
          <p:nvPr/>
        </p:nvSpPr>
        <p:spPr>
          <a:xfrm rot="5400000">
            <a:off x="6446318" y="3847092"/>
            <a:ext cx="288043" cy="92073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11A6A417-B23A-A6C1-8C70-3A8BEE87D179}"/>
              </a:ext>
            </a:extLst>
          </p:cNvPr>
          <p:cNvSpPr/>
          <p:nvPr/>
        </p:nvSpPr>
        <p:spPr>
          <a:xfrm rot="5400000">
            <a:off x="7405861" y="3847093"/>
            <a:ext cx="288043" cy="92073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0FD5AF00-ACF6-68DC-3ECB-D9A343FDB960}"/>
              </a:ext>
            </a:extLst>
          </p:cNvPr>
          <p:cNvSpPr/>
          <p:nvPr/>
        </p:nvSpPr>
        <p:spPr>
          <a:xfrm rot="5400000">
            <a:off x="6446318" y="3301954"/>
            <a:ext cx="288043" cy="92073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C9621026-45E3-05B9-70F2-5D682B1DF178}"/>
              </a:ext>
            </a:extLst>
          </p:cNvPr>
          <p:cNvSpPr/>
          <p:nvPr/>
        </p:nvSpPr>
        <p:spPr>
          <a:xfrm rot="5400000">
            <a:off x="7405861" y="3301955"/>
            <a:ext cx="288043" cy="92073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8419A0E6-CA75-DEC0-4168-9E9F2C9EDE7C}"/>
              </a:ext>
            </a:extLst>
          </p:cNvPr>
          <p:cNvSpPr/>
          <p:nvPr/>
        </p:nvSpPr>
        <p:spPr>
          <a:xfrm rot="5400000">
            <a:off x="6446318" y="2812511"/>
            <a:ext cx="288043" cy="92073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C8EA5ED2-3931-C8EF-013A-8782D27C3268}"/>
              </a:ext>
            </a:extLst>
          </p:cNvPr>
          <p:cNvSpPr/>
          <p:nvPr/>
        </p:nvSpPr>
        <p:spPr>
          <a:xfrm rot="5400000">
            <a:off x="7405861" y="2812512"/>
            <a:ext cx="288043" cy="92073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89148BC-2D62-0CED-6273-102C07A46D54}"/>
              </a:ext>
            </a:extLst>
          </p:cNvPr>
          <p:cNvSpPr txBox="1"/>
          <p:nvPr/>
        </p:nvSpPr>
        <p:spPr>
          <a:xfrm>
            <a:off x="4942950" y="3959869"/>
            <a:ext cx="7753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바탕체" panose="02030609000101010101" pitchFamily="17" charset="-127"/>
                <a:ea typeface="바탕체" panose="02030609000101010101" pitchFamily="17" charset="-127"/>
              </a:rPr>
              <a:t>제</a:t>
            </a:r>
            <a:r>
              <a:rPr lang="en-US" altLang="ko-KR" sz="1000" dirty="0">
                <a:latin typeface="바탕체" panose="02030609000101010101" pitchFamily="17" charset="-127"/>
                <a:ea typeface="바탕체" panose="02030609000101010101" pitchFamily="17" charset="-127"/>
              </a:rPr>
              <a:t>2</a:t>
            </a:r>
            <a:r>
              <a:rPr lang="ko-KR" altLang="en-US" sz="1000" dirty="0" err="1">
                <a:latin typeface="바탕체" panose="02030609000101010101" pitchFamily="17" charset="-127"/>
                <a:ea typeface="바탕체" panose="02030609000101010101" pitchFamily="17" charset="-127"/>
              </a:rPr>
              <a:t>사료실</a:t>
            </a:r>
            <a:endParaRPr lang="ko-KR" altLang="en-US" sz="1000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691063E5-D7F0-7870-8DAB-B468EE94CD1E}"/>
              </a:ext>
            </a:extLst>
          </p:cNvPr>
          <p:cNvSpPr txBox="1"/>
          <p:nvPr/>
        </p:nvSpPr>
        <p:spPr>
          <a:xfrm>
            <a:off x="5747646" y="3494768"/>
            <a:ext cx="29159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바탕체" panose="02030609000101010101" pitchFamily="17" charset="-127"/>
                <a:ea typeface="바탕체" panose="02030609000101010101" pitchFamily="17" charset="-127"/>
              </a:rPr>
              <a:t>제</a:t>
            </a:r>
            <a:r>
              <a:rPr lang="en-US" altLang="ko-KR" sz="1000" dirty="0">
                <a:latin typeface="바탕체" panose="02030609000101010101" pitchFamily="17" charset="-127"/>
                <a:ea typeface="바탕체" panose="02030609000101010101" pitchFamily="17" charset="-127"/>
              </a:rPr>
              <a:t>1</a:t>
            </a:r>
            <a:r>
              <a:rPr lang="ko-KR" altLang="en-US" sz="1000" dirty="0" err="1">
                <a:latin typeface="바탕체" panose="02030609000101010101" pitchFamily="17" charset="-127"/>
                <a:ea typeface="바탕체" panose="02030609000101010101" pitchFamily="17" charset="-127"/>
              </a:rPr>
              <a:t>사료실</a:t>
            </a:r>
            <a:endParaRPr lang="ko-KR" altLang="en-US" sz="1000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01CDB437-B76E-A3E1-3948-4D812B18CC4C}"/>
              </a:ext>
            </a:extLst>
          </p:cNvPr>
          <p:cNvSpPr/>
          <p:nvPr/>
        </p:nvSpPr>
        <p:spPr>
          <a:xfrm>
            <a:off x="5347098" y="1402801"/>
            <a:ext cx="945042" cy="1840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화분들</a:t>
            </a: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96EAD35D-1E06-CC42-94F8-06D1998C242F}"/>
              </a:ext>
            </a:extLst>
          </p:cNvPr>
          <p:cNvSpPr/>
          <p:nvPr/>
        </p:nvSpPr>
        <p:spPr>
          <a:xfrm>
            <a:off x="3056364" y="3212095"/>
            <a:ext cx="696602" cy="2566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책장</a:t>
            </a:r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398134AC-C532-F0C4-DB21-AAB251E5A476}"/>
              </a:ext>
            </a:extLst>
          </p:cNvPr>
          <p:cNvSpPr/>
          <p:nvPr/>
        </p:nvSpPr>
        <p:spPr>
          <a:xfrm>
            <a:off x="3791772" y="3212095"/>
            <a:ext cx="696602" cy="2566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책장</a:t>
            </a:r>
          </a:p>
        </p:txBody>
      </p:sp>
    </p:spTree>
    <p:extLst>
      <p:ext uri="{BB962C8B-B14F-4D97-AF65-F5344CB8AC3E}">
        <p14:creationId xmlns:p14="http://schemas.microsoft.com/office/powerpoint/2010/main" val="790744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AC6A0-26F0-1861-D8C8-29278425B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FBFB589-F47F-B8DC-D29D-9A99D0E9F7ED}"/>
              </a:ext>
            </a:extLst>
          </p:cNvPr>
          <p:cNvSpPr/>
          <p:nvPr/>
        </p:nvSpPr>
        <p:spPr>
          <a:xfrm>
            <a:off x="1427018" y="554182"/>
            <a:ext cx="9337964" cy="58558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7051F7B-0888-FD8D-3117-BF8605645758}"/>
              </a:ext>
            </a:extLst>
          </p:cNvPr>
          <p:cNvSpPr/>
          <p:nvPr/>
        </p:nvSpPr>
        <p:spPr>
          <a:xfrm>
            <a:off x="2757055" y="1319070"/>
            <a:ext cx="6153726" cy="37083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E888DA1-A123-22A0-6AA4-63ACD45EF41B}"/>
              </a:ext>
            </a:extLst>
          </p:cNvPr>
          <p:cNvSpPr/>
          <p:nvPr/>
        </p:nvSpPr>
        <p:spPr>
          <a:xfrm>
            <a:off x="1493982" y="1523584"/>
            <a:ext cx="588819" cy="1164198"/>
          </a:xfrm>
          <a:prstGeom prst="rect">
            <a:avLst/>
          </a:prstGeom>
          <a:noFill/>
          <a:ln w="9525">
            <a:solidFill>
              <a:schemeClr val="tx1"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흡연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구역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D350CE5-15D3-400E-8E84-6E108804E001}"/>
              </a:ext>
            </a:extLst>
          </p:cNvPr>
          <p:cNvSpPr/>
          <p:nvPr/>
        </p:nvSpPr>
        <p:spPr>
          <a:xfrm>
            <a:off x="1493982" y="2846901"/>
            <a:ext cx="588819" cy="1164198"/>
          </a:xfrm>
          <a:prstGeom prst="rect">
            <a:avLst/>
          </a:prstGeom>
          <a:noFill/>
          <a:ln w="9525">
            <a:solidFill>
              <a:schemeClr val="tx1"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자전거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보관소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7F6342E-E308-0F70-3BE1-26C6BE418D6A}"/>
              </a:ext>
            </a:extLst>
          </p:cNvPr>
          <p:cNvSpPr/>
          <p:nvPr/>
        </p:nvSpPr>
        <p:spPr>
          <a:xfrm>
            <a:off x="2757055" y="967245"/>
            <a:ext cx="6153726" cy="346790"/>
          </a:xfrm>
          <a:prstGeom prst="rect">
            <a:avLst/>
          </a:prstGeom>
          <a:noFill/>
          <a:ln w="9525">
            <a:solidFill>
              <a:schemeClr val="tx1"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화단</a:t>
            </a:r>
          </a:p>
        </p:txBody>
      </p: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77A25275-8F0D-E0CE-0B6B-DE6B43553FD0}"/>
              </a:ext>
            </a:extLst>
          </p:cNvPr>
          <p:cNvGrpSpPr/>
          <p:nvPr/>
        </p:nvGrpSpPr>
        <p:grpSpPr>
          <a:xfrm rot="10800000">
            <a:off x="9883746" y="1221353"/>
            <a:ext cx="868218" cy="3806115"/>
            <a:chOff x="9199419" y="1164622"/>
            <a:chExt cx="868218" cy="3806115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345F317-7590-DCC7-8072-2DE5998580BC}"/>
                </a:ext>
              </a:extLst>
            </p:cNvPr>
            <p:cNvSpPr/>
            <p:nvPr/>
          </p:nvSpPr>
          <p:spPr>
            <a:xfrm>
              <a:off x="9199419" y="1164622"/>
              <a:ext cx="868218" cy="3806115"/>
            </a:xfrm>
            <a:prstGeom prst="rect">
              <a:avLst/>
            </a:prstGeom>
            <a:noFill/>
            <a:ln w="9525">
              <a:solidFill>
                <a:schemeClr val="tx1">
                  <a:alpha val="3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9329DD99-9650-3525-C6DE-223E0A363EE7}"/>
                </a:ext>
              </a:extLst>
            </p:cNvPr>
            <p:cNvSpPr/>
            <p:nvPr/>
          </p:nvSpPr>
          <p:spPr>
            <a:xfrm flipV="1">
              <a:off x="9227992" y="1192229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3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bg1">
                      <a:lumMod val="50000"/>
                    </a:schemeClr>
                  </a:solidFill>
                  <a:latin typeface="바탕체" panose="02030609000101010101" pitchFamily="17" charset="-127"/>
                  <a:ea typeface="바탕체" panose="02030609000101010101" pitchFamily="17" charset="-127"/>
                </a:rPr>
                <a:t>주차장</a:t>
              </a:r>
            </a:p>
          </p:txBody>
        </p: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7824A7-A31A-E429-2A88-BC94ADD751B5}"/>
                </a:ext>
              </a:extLst>
            </p:cNvPr>
            <p:cNvSpPr/>
            <p:nvPr/>
          </p:nvSpPr>
          <p:spPr>
            <a:xfrm flipV="1">
              <a:off x="9227992" y="1609049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3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83" name="직사각형 182">
              <a:extLst>
                <a:ext uri="{FF2B5EF4-FFF2-40B4-BE49-F238E27FC236}">
                  <a16:creationId xmlns:a16="http://schemas.microsoft.com/office/drawing/2014/main" id="{31637D8E-AB7E-2E1A-BE53-CE9689557BEB}"/>
                </a:ext>
              </a:extLst>
            </p:cNvPr>
            <p:cNvSpPr/>
            <p:nvPr/>
          </p:nvSpPr>
          <p:spPr>
            <a:xfrm flipV="1">
              <a:off x="9227992" y="2028880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3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0A23FAEB-A9F0-35D0-3CFB-3ACA661AC31C}"/>
                </a:ext>
              </a:extLst>
            </p:cNvPr>
            <p:cNvSpPr/>
            <p:nvPr/>
          </p:nvSpPr>
          <p:spPr>
            <a:xfrm flipV="1">
              <a:off x="9227992" y="2445700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3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85" name="직사각형 184">
              <a:extLst>
                <a:ext uri="{FF2B5EF4-FFF2-40B4-BE49-F238E27FC236}">
                  <a16:creationId xmlns:a16="http://schemas.microsoft.com/office/drawing/2014/main" id="{F945C8BF-FA13-7559-843C-E314663E66CA}"/>
                </a:ext>
              </a:extLst>
            </p:cNvPr>
            <p:cNvSpPr/>
            <p:nvPr/>
          </p:nvSpPr>
          <p:spPr>
            <a:xfrm flipV="1">
              <a:off x="9227992" y="2875419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3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3F74BC52-4F7B-BD19-7409-91E27CA9E688}"/>
                </a:ext>
              </a:extLst>
            </p:cNvPr>
            <p:cNvSpPr/>
            <p:nvPr/>
          </p:nvSpPr>
          <p:spPr>
            <a:xfrm flipV="1">
              <a:off x="9227992" y="3292239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3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B505A25D-55A0-3925-0A2F-011CD426F69C}"/>
                </a:ext>
              </a:extLst>
            </p:cNvPr>
            <p:cNvSpPr/>
            <p:nvPr/>
          </p:nvSpPr>
          <p:spPr>
            <a:xfrm flipV="1">
              <a:off x="9227992" y="3706613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3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29A332FA-EDB9-C507-FADA-5E6A777E11C5}"/>
                </a:ext>
              </a:extLst>
            </p:cNvPr>
            <p:cNvSpPr/>
            <p:nvPr/>
          </p:nvSpPr>
          <p:spPr>
            <a:xfrm flipV="1">
              <a:off x="9227992" y="4123433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3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89" name="직사각형 188">
              <a:extLst>
                <a:ext uri="{FF2B5EF4-FFF2-40B4-BE49-F238E27FC236}">
                  <a16:creationId xmlns:a16="http://schemas.microsoft.com/office/drawing/2014/main" id="{DD34F69C-673C-3059-3F6D-4B09633EB50A}"/>
                </a:ext>
              </a:extLst>
            </p:cNvPr>
            <p:cNvSpPr/>
            <p:nvPr/>
          </p:nvSpPr>
          <p:spPr>
            <a:xfrm flipV="1">
              <a:off x="9227992" y="4533537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3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81EEC5F2-693C-0A81-FFC1-A0D62D0613D2}"/>
              </a:ext>
            </a:extLst>
          </p:cNvPr>
          <p:cNvSpPr/>
          <p:nvPr/>
        </p:nvSpPr>
        <p:spPr>
          <a:xfrm rot="16200000">
            <a:off x="10179047" y="5670256"/>
            <a:ext cx="1168488" cy="98633"/>
          </a:xfrm>
          <a:prstGeom prst="rect">
            <a:avLst/>
          </a:prstGeom>
          <a:noFill/>
          <a:ln w="9525">
            <a:solidFill>
              <a:schemeClr val="tx1"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88F6B67E-20F1-6E75-00C1-0191B20D909F}"/>
              </a:ext>
            </a:extLst>
          </p:cNvPr>
          <p:cNvGrpSpPr/>
          <p:nvPr/>
        </p:nvGrpSpPr>
        <p:grpSpPr>
          <a:xfrm rot="5400000">
            <a:off x="2895966" y="4069982"/>
            <a:ext cx="868218" cy="3806115"/>
            <a:chOff x="9199419" y="1164622"/>
            <a:chExt cx="868218" cy="3806115"/>
          </a:xfrm>
        </p:grpSpPr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211F1EAE-C63F-9430-9C77-B9A33BF72D18}"/>
                </a:ext>
              </a:extLst>
            </p:cNvPr>
            <p:cNvSpPr/>
            <p:nvPr/>
          </p:nvSpPr>
          <p:spPr>
            <a:xfrm>
              <a:off x="9199419" y="1164622"/>
              <a:ext cx="868218" cy="3806115"/>
            </a:xfrm>
            <a:prstGeom prst="rect">
              <a:avLst/>
            </a:prstGeom>
            <a:noFill/>
            <a:ln w="9525">
              <a:solidFill>
                <a:schemeClr val="tx1">
                  <a:alpha val="3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EAA77DC0-C11C-90A9-A205-7170F30F9A31}"/>
                </a:ext>
              </a:extLst>
            </p:cNvPr>
            <p:cNvSpPr/>
            <p:nvPr/>
          </p:nvSpPr>
          <p:spPr>
            <a:xfrm flipV="1">
              <a:off x="9227992" y="1192229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3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ko-KR" altLang="en-US" sz="1000" dirty="0">
                  <a:solidFill>
                    <a:schemeClr val="bg1">
                      <a:lumMod val="50000"/>
                    </a:schemeClr>
                  </a:solidFill>
                  <a:latin typeface="바탕체" panose="02030609000101010101" pitchFamily="17" charset="-127"/>
                  <a:ea typeface="바탕체" panose="02030609000101010101" pitchFamily="17" charset="-127"/>
                </a:rPr>
                <a:t>주</a:t>
              </a:r>
              <a:endParaRPr lang="en-US" altLang="ko-KR" sz="1000" dirty="0">
                <a:solidFill>
                  <a:schemeClr val="bg1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  <a:p>
              <a:pPr algn="ctr"/>
              <a:r>
                <a:rPr lang="ko-KR" altLang="en-US" sz="1000" dirty="0">
                  <a:solidFill>
                    <a:schemeClr val="bg1">
                      <a:lumMod val="50000"/>
                    </a:schemeClr>
                  </a:solidFill>
                  <a:latin typeface="바탕체" panose="02030609000101010101" pitchFamily="17" charset="-127"/>
                  <a:ea typeface="바탕체" panose="02030609000101010101" pitchFamily="17" charset="-127"/>
                </a:rPr>
                <a:t>차</a:t>
              </a:r>
              <a:endParaRPr lang="en-US" altLang="ko-KR" sz="1000" dirty="0">
                <a:solidFill>
                  <a:schemeClr val="bg1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  <a:p>
              <a:pPr algn="ctr"/>
              <a:r>
                <a:rPr lang="ko-KR" altLang="en-US" sz="1000" dirty="0">
                  <a:solidFill>
                    <a:schemeClr val="bg1">
                      <a:lumMod val="50000"/>
                    </a:schemeClr>
                  </a:solidFill>
                  <a:latin typeface="바탕체" panose="02030609000101010101" pitchFamily="17" charset="-127"/>
                  <a:ea typeface="바탕체" panose="02030609000101010101" pitchFamily="17" charset="-127"/>
                </a:rPr>
                <a:t>장</a:t>
              </a:r>
            </a:p>
          </p:txBody>
        </p:sp>
        <p:sp>
          <p:nvSpPr>
            <p:cNvPr id="196" name="직사각형 195">
              <a:extLst>
                <a:ext uri="{FF2B5EF4-FFF2-40B4-BE49-F238E27FC236}">
                  <a16:creationId xmlns:a16="http://schemas.microsoft.com/office/drawing/2014/main" id="{6E3CF0A9-59EB-00E6-7A4A-A68053FE379E}"/>
                </a:ext>
              </a:extLst>
            </p:cNvPr>
            <p:cNvSpPr/>
            <p:nvPr/>
          </p:nvSpPr>
          <p:spPr>
            <a:xfrm flipV="1">
              <a:off x="9227992" y="1609049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3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DFB3FAD1-D511-FA1D-2B34-4485D44575CF}"/>
                </a:ext>
              </a:extLst>
            </p:cNvPr>
            <p:cNvSpPr/>
            <p:nvPr/>
          </p:nvSpPr>
          <p:spPr>
            <a:xfrm flipV="1">
              <a:off x="9227992" y="2028880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3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98" name="직사각형 197">
              <a:extLst>
                <a:ext uri="{FF2B5EF4-FFF2-40B4-BE49-F238E27FC236}">
                  <a16:creationId xmlns:a16="http://schemas.microsoft.com/office/drawing/2014/main" id="{E46043E3-7A9F-260D-1C54-FA7395249C44}"/>
                </a:ext>
              </a:extLst>
            </p:cNvPr>
            <p:cNvSpPr/>
            <p:nvPr/>
          </p:nvSpPr>
          <p:spPr>
            <a:xfrm flipV="1">
              <a:off x="9227992" y="2445700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3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99" name="직사각형 198">
              <a:extLst>
                <a:ext uri="{FF2B5EF4-FFF2-40B4-BE49-F238E27FC236}">
                  <a16:creationId xmlns:a16="http://schemas.microsoft.com/office/drawing/2014/main" id="{9373BB05-8191-4CC6-974D-1ECB05154E44}"/>
                </a:ext>
              </a:extLst>
            </p:cNvPr>
            <p:cNvSpPr/>
            <p:nvPr/>
          </p:nvSpPr>
          <p:spPr>
            <a:xfrm flipV="1">
              <a:off x="9227992" y="2875419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3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200" name="직사각형 199">
              <a:extLst>
                <a:ext uri="{FF2B5EF4-FFF2-40B4-BE49-F238E27FC236}">
                  <a16:creationId xmlns:a16="http://schemas.microsoft.com/office/drawing/2014/main" id="{91431021-091B-DC6F-F9FA-75135B58C90A}"/>
                </a:ext>
              </a:extLst>
            </p:cNvPr>
            <p:cNvSpPr/>
            <p:nvPr/>
          </p:nvSpPr>
          <p:spPr>
            <a:xfrm flipV="1">
              <a:off x="9227992" y="3292239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3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852C512C-6C47-C1BE-FFF6-C114E7CC706F}"/>
                </a:ext>
              </a:extLst>
            </p:cNvPr>
            <p:cNvSpPr/>
            <p:nvPr/>
          </p:nvSpPr>
          <p:spPr>
            <a:xfrm flipV="1">
              <a:off x="9227992" y="3706613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3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202" name="직사각형 201">
              <a:extLst>
                <a:ext uri="{FF2B5EF4-FFF2-40B4-BE49-F238E27FC236}">
                  <a16:creationId xmlns:a16="http://schemas.microsoft.com/office/drawing/2014/main" id="{C5D94C12-D373-0CF2-B50B-CA860E076FB9}"/>
                </a:ext>
              </a:extLst>
            </p:cNvPr>
            <p:cNvSpPr/>
            <p:nvPr/>
          </p:nvSpPr>
          <p:spPr>
            <a:xfrm flipV="1">
              <a:off x="9227992" y="4123433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3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203" name="직사각형 202">
              <a:extLst>
                <a:ext uri="{FF2B5EF4-FFF2-40B4-BE49-F238E27FC236}">
                  <a16:creationId xmlns:a16="http://schemas.microsoft.com/office/drawing/2014/main" id="{221F445E-5E9C-3459-6AFB-528809E3FB05}"/>
                </a:ext>
              </a:extLst>
            </p:cNvPr>
            <p:cNvSpPr/>
            <p:nvPr/>
          </p:nvSpPr>
          <p:spPr>
            <a:xfrm flipV="1">
              <a:off x="9227992" y="4533537"/>
              <a:ext cx="811357" cy="385560"/>
            </a:xfrm>
            <a:prstGeom prst="rect">
              <a:avLst/>
            </a:prstGeom>
            <a:noFill/>
            <a:ln w="9525">
              <a:solidFill>
                <a:schemeClr val="tx1">
                  <a:alpha val="3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sp>
        <p:nvSpPr>
          <p:cNvPr id="291" name="TextBox 290">
            <a:extLst>
              <a:ext uri="{FF2B5EF4-FFF2-40B4-BE49-F238E27FC236}">
                <a16:creationId xmlns:a16="http://schemas.microsoft.com/office/drawing/2014/main" id="{F30B33B1-EAD4-7E96-766B-DCF93ADF42CC}"/>
              </a:ext>
            </a:extLst>
          </p:cNvPr>
          <p:cNvSpPr txBox="1"/>
          <p:nvPr/>
        </p:nvSpPr>
        <p:spPr>
          <a:xfrm>
            <a:off x="277091" y="286327"/>
            <a:ext cx="66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옥상</a:t>
            </a:r>
          </a:p>
        </p:txBody>
      </p:sp>
      <p:sp>
        <p:nvSpPr>
          <p:cNvPr id="292" name="직사각형 291">
            <a:extLst>
              <a:ext uri="{FF2B5EF4-FFF2-40B4-BE49-F238E27FC236}">
                <a16:creationId xmlns:a16="http://schemas.microsoft.com/office/drawing/2014/main" id="{478CE449-B930-B45B-E486-A8142C0E11E6}"/>
              </a:ext>
            </a:extLst>
          </p:cNvPr>
          <p:cNvSpPr/>
          <p:nvPr/>
        </p:nvSpPr>
        <p:spPr>
          <a:xfrm>
            <a:off x="8041642" y="4518316"/>
            <a:ext cx="869028" cy="50915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계단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2692AB43-9C41-7FF9-A2E5-88DA444E2E84}"/>
              </a:ext>
            </a:extLst>
          </p:cNvPr>
          <p:cNvGrpSpPr/>
          <p:nvPr/>
        </p:nvGrpSpPr>
        <p:grpSpPr>
          <a:xfrm>
            <a:off x="8042510" y="3510973"/>
            <a:ext cx="868244" cy="1007608"/>
            <a:chOff x="7345164" y="3851503"/>
            <a:chExt cx="868244" cy="1031370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AD6412E0-A5A8-CDBB-5F99-3B7F1811A08D}"/>
                </a:ext>
              </a:extLst>
            </p:cNvPr>
            <p:cNvSpPr/>
            <p:nvPr/>
          </p:nvSpPr>
          <p:spPr>
            <a:xfrm rot="5400000">
              <a:off x="7941371" y="4610834"/>
              <a:ext cx="114532" cy="42954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570BAA1D-290B-7F85-BD91-BF734AE72824}"/>
                </a:ext>
              </a:extLst>
            </p:cNvPr>
            <p:cNvSpPr/>
            <p:nvPr/>
          </p:nvSpPr>
          <p:spPr>
            <a:xfrm rot="5400000">
              <a:off x="7507249" y="4606256"/>
              <a:ext cx="114532" cy="4387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5FC98872-9F31-BE13-6AF5-219713BE6B9C}"/>
                </a:ext>
              </a:extLst>
            </p:cNvPr>
            <p:cNvSpPr/>
            <p:nvPr/>
          </p:nvSpPr>
          <p:spPr>
            <a:xfrm rot="5400000">
              <a:off x="7941371" y="4496300"/>
              <a:ext cx="114532" cy="42954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A162BA5E-6D38-DC8C-A740-559DF712F6E8}"/>
                </a:ext>
              </a:extLst>
            </p:cNvPr>
            <p:cNvSpPr/>
            <p:nvPr/>
          </p:nvSpPr>
          <p:spPr>
            <a:xfrm rot="5400000">
              <a:off x="7507249" y="4491722"/>
              <a:ext cx="114532" cy="4387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47D069D8-39B3-F60E-E196-68627C85274C}"/>
                </a:ext>
              </a:extLst>
            </p:cNvPr>
            <p:cNvSpPr/>
            <p:nvPr/>
          </p:nvSpPr>
          <p:spPr>
            <a:xfrm rot="5400000">
              <a:off x="7941371" y="4381766"/>
              <a:ext cx="114532" cy="42954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FF79B673-8D8D-E402-6C7C-73C654295D82}"/>
                </a:ext>
              </a:extLst>
            </p:cNvPr>
            <p:cNvSpPr/>
            <p:nvPr/>
          </p:nvSpPr>
          <p:spPr>
            <a:xfrm rot="5400000">
              <a:off x="7507249" y="4377188"/>
              <a:ext cx="114532" cy="4387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1CA8A22B-919C-5BE9-D43F-93CDD52DCA6A}"/>
                </a:ext>
              </a:extLst>
            </p:cNvPr>
            <p:cNvSpPr/>
            <p:nvPr/>
          </p:nvSpPr>
          <p:spPr>
            <a:xfrm rot="5400000">
              <a:off x="7941371" y="4267232"/>
              <a:ext cx="114532" cy="42954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42A7B0A0-5403-A418-2F52-A37E081EEAB8}"/>
                </a:ext>
              </a:extLst>
            </p:cNvPr>
            <p:cNvSpPr/>
            <p:nvPr/>
          </p:nvSpPr>
          <p:spPr>
            <a:xfrm rot="5400000">
              <a:off x="7507249" y="4262654"/>
              <a:ext cx="114532" cy="4387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82C8D78-90C3-10FB-28CC-B2686D91CEE2}"/>
                </a:ext>
              </a:extLst>
            </p:cNvPr>
            <p:cNvSpPr/>
            <p:nvPr/>
          </p:nvSpPr>
          <p:spPr>
            <a:xfrm rot="5400000">
              <a:off x="7941371" y="4153581"/>
              <a:ext cx="114532" cy="42954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7C00D581-188A-8504-DC92-F568B4E684C8}"/>
                </a:ext>
              </a:extLst>
            </p:cNvPr>
            <p:cNvSpPr/>
            <p:nvPr/>
          </p:nvSpPr>
          <p:spPr>
            <a:xfrm rot="5400000">
              <a:off x="7507249" y="4149003"/>
              <a:ext cx="114532" cy="4387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96F8011F-9A94-7266-D9E8-B5C3C9DCEFFB}"/>
                </a:ext>
              </a:extLst>
            </p:cNvPr>
            <p:cNvSpPr/>
            <p:nvPr/>
          </p:nvSpPr>
          <p:spPr>
            <a:xfrm rot="5400000">
              <a:off x="7941371" y="4039047"/>
              <a:ext cx="114532" cy="42954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420452BA-B5B5-5B87-2A32-0A3F42662CEB}"/>
                </a:ext>
              </a:extLst>
            </p:cNvPr>
            <p:cNvSpPr/>
            <p:nvPr/>
          </p:nvSpPr>
          <p:spPr>
            <a:xfrm rot="5400000">
              <a:off x="7507249" y="4034469"/>
              <a:ext cx="114532" cy="4387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7034D96C-0472-80ED-A26B-8E66C4ABF4E9}"/>
                </a:ext>
              </a:extLst>
            </p:cNvPr>
            <p:cNvSpPr/>
            <p:nvPr/>
          </p:nvSpPr>
          <p:spPr>
            <a:xfrm rot="5400000">
              <a:off x="7941371" y="3924513"/>
              <a:ext cx="114532" cy="42954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CF5512E1-0DCF-89D0-5AC9-D8451D9B6FB3}"/>
                </a:ext>
              </a:extLst>
            </p:cNvPr>
            <p:cNvSpPr/>
            <p:nvPr/>
          </p:nvSpPr>
          <p:spPr>
            <a:xfrm rot="5400000">
              <a:off x="7507249" y="3919935"/>
              <a:ext cx="114532" cy="4387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D9CB0B80-9BDE-3136-93C1-874986DD7F7E}"/>
                </a:ext>
              </a:extLst>
            </p:cNvPr>
            <p:cNvSpPr/>
            <p:nvPr/>
          </p:nvSpPr>
          <p:spPr>
            <a:xfrm rot="5400000">
              <a:off x="7941371" y="3807655"/>
              <a:ext cx="114532" cy="42954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281C9BD5-EB4A-2984-2184-95A5865E01E2}"/>
                </a:ext>
              </a:extLst>
            </p:cNvPr>
            <p:cNvSpPr/>
            <p:nvPr/>
          </p:nvSpPr>
          <p:spPr>
            <a:xfrm rot="5400000">
              <a:off x="7507249" y="3803076"/>
              <a:ext cx="114532" cy="4387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81E778DD-2203-517C-AB31-813196773693}"/>
                </a:ext>
              </a:extLst>
            </p:cNvPr>
            <p:cNvSpPr/>
            <p:nvPr/>
          </p:nvSpPr>
          <p:spPr>
            <a:xfrm rot="5400000">
              <a:off x="7941371" y="3694000"/>
              <a:ext cx="114532" cy="42954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9B00A428-A132-6098-206F-80E04691DFF2}"/>
                </a:ext>
              </a:extLst>
            </p:cNvPr>
            <p:cNvSpPr/>
            <p:nvPr/>
          </p:nvSpPr>
          <p:spPr>
            <a:xfrm rot="5400000">
              <a:off x="7507249" y="3689418"/>
              <a:ext cx="114532" cy="43870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D4AB009E-978E-100A-181B-66199697A8B4}"/>
              </a:ext>
            </a:extLst>
          </p:cNvPr>
          <p:cNvSpPr/>
          <p:nvPr/>
        </p:nvSpPr>
        <p:spPr>
          <a:xfrm rot="10800000">
            <a:off x="8041642" y="3009926"/>
            <a:ext cx="869028" cy="201754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424B353-7057-8006-681D-AC5F0A28F136}"/>
              </a:ext>
            </a:extLst>
          </p:cNvPr>
          <p:cNvSpPr/>
          <p:nvPr/>
        </p:nvSpPr>
        <p:spPr>
          <a:xfrm>
            <a:off x="8106636" y="2987203"/>
            <a:ext cx="375870" cy="4571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2689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EBBF2-8631-1211-75E2-ADA3556FD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Box 290">
            <a:extLst>
              <a:ext uri="{FF2B5EF4-FFF2-40B4-BE49-F238E27FC236}">
                <a16:creationId xmlns:a16="http://schemas.microsoft.com/office/drawing/2014/main" id="{0757C00F-DD3A-3116-D3FB-2BCD25BC7E61}"/>
              </a:ext>
            </a:extLst>
          </p:cNvPr>
          <p:cNvSpPr txBox="1"/>
          <p:nvPr/>
        </p:nvSpPr>
        <p:spPr>
          <a:xfrm>
            <a:off x="277091" y="286327"/>
            <a:ext cx="66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정면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2A74577-976E-1BDF-1A24-5CA1A84887F3}"/>
              </a:ext>
            </a:extLst>
          </p:cNvPr>
          <p:cNvGrpSpPr/>
          <p:nvPr/>
        </p:nvGrpSpPr>
        <p:grpSpPr>
          <a:xfrm>
            <a:off x="1427018" y="2428259"/>
            <a:ext cx="9375672" cy="3981777"/>
            <a:chOff x="1427018" y="2428259"/>
            <a:chExt cx="9375672" cy="398177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AD46BEC-68CA-99AB-3097-E393F3B6E285}"/>
                </a:ext>
              </a:extLst>
            </p:cNvPr>
            <p:cNvSpPr/>
            <p:nvPr/>
          </p:nvSpPr>
          <p:spPr>
            <a:xfrm>
              <a:off x="2757055" y="2701637"/>
              <a:ext cx="6153726" cy="37083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814A790-C003-43CD-51D6-42248746E016}"/>
                </a:ext>
              </a:extLst>
            </p:cNvPr>
            <p:cNvSpPr/>
            <p:nvPr/>
          </p:nvSpPr>
          <p:spPr>
            <a:xfrm>
              <a:off x="1427018" y="5538930"/>
              <a:ext cx="9337964" cy="8711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91" name="직사각형 190">
              <a:extLst>
                <a:ext uri="{FF2B5EF4-FFF2-40B4-BE49-F238E27FC236}">
                  <a16:creationId xmlns:a16="http://schemas.microsoft.com/office/drawing/2014/main" id="{A590A60A-4A25-2646-5081-D42B1E60F3F9}"/>
                </a:ext>
              </a:extLst>
            </p:cNvPr>
            <p:cNvSpPr/>
            <p:nvPr/>
          </p:nvSpPr>
          <p:spPr>
            <a:xfrm rot="16200000">
              <a:off x="10374081" y="5981426"/>
              <a:ext cx="782235" cy="74983"/>
            </a:xfrm>
            <a:prstGeom prst="rect">
              <a:avLst/>
            </a:prstGeom>
            <a:noFill/>
            <a:ln w="9525">
              <a:solidFill>
                <a:schemeClr val="tx1">
                  <a:alpha val="3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A55D08BB-D558-FF3F-2F98-4FBB5AC56560}"/>
                </a:ext>
              </a:extLst>
            </p:cNvPr>
            <p:cNvSpPr/>
            <p:nvPr/>
          </p:nvSpPr>
          <p:spPr>
            <a:xfrm>
              <a:off x="2757055" y="2428259"/>
              <a:ext cx="6153726" cy="2733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473AE795-B41C-880E-B54B-646D3A899A9D}"/>
                </a:ext>
              </a:extLst>
            </p:cNvPr>
            <p:cNvGrpSpPr/>
            <p:nvPr/>
          </p:nvGrpSpPr>
          <p:grpSpPr>
            <a:xfrm>
              <a:off x="6468299" y="5137607"/>
              <a:ext cx="1360448" cy="401321"/>
              <a:chOff x="4646466" y="5190835"/>
              <a:chExt cx="902858" cy="92364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AD3365CB-864A-14E4-B9B3-4D6BE2195994}"/>
                  </a:ext>
                </a:extLst>
              </p:cNvPr>
              <p:cNvSpPr/>
              <p:nvPr/>
            </p:nvSpPr>
            <p:spPr>
              <a:xfrm>
                <a:off x="4646466" y="5190835"/>
                <a:ext cx="451429" cy="9236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>
                  <a:solidFill>
                    <a:schemeClr val="tx1"/>
                  </a:solidFill>
                  <a:latin typeface="바탕체" panose="02030609000101010101" pitchFamily="17" charset="-127"/>
                  <a:ea typeface="바탕체" panose="02030609000101010101" pitchFamily="17" charset="-127"/>
                </a:endParaRPr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35287C33-1C92-55B1-AFB9-2131240846BE}"/>
                  </a:ext>
                </a:extLst>
              </p:cNvPr>
              <p:cNvSpPr/>
              <p:nvPr/>
            </p:nvSpPr>
            <p:spPr>
              <a:xfrm>
                <a:off x="5097895" y="5190835"/>
                <a:ext cx="451429" cy="9236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>
                  <a:solidFill>
                    <a:schemeClr val="tx1"/>
                  </a:solidFill>
                  <a:latin typeface="바탕체" panose="02030609000101010101" pitchFamily="17" charset="-127"/>
                  <a:ea typeface="바탕체" panose="02030609000101010101" pitchFamily="17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86487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BAF25-021D-16C1-03B9-D742AB138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9694FBEA-7283-7A02-B87D-81D6DA89ADF0}"/>
              </a:ext>
            </a:extLst>
          </p:cNvPr>
          <p:cNvGrpSpPr/>
          <p:nvPr/>
        </p:nvGrpSpPr>
        <p:grpSpPr>
          <a:xfrm flipH="1">
            <a:off x="1353033" y="2701637"/>
            <a:ext cx="9428843" cy="3708399"/>
            <a:chOff x="1400345" y="2701637"/>
            <a:chExt cx="9402345" cy="370839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FD9E1DB-7373-AFBD-AF53-BAC13A174D90}"/>
                </a:ext>
              </a:extLst>
            </p:cNvPr>
            <p:cNvSpPr/>
            <p:nvPr/>
          </p:nvSpPr>
          <p:spPr>
            <a:xfrm>
              <a:off x="2757055" y="2701637"/>
              <a:ext cx="6153726" cy="37083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38B3527-E7F3-1624-E953-F2D11F3EDBA9}"/>
                </a:ext>
              </a:extLst>
            </p:cNvPr>
            <p:cNvSpPr/>
            <p:nvPr/>
          </p:nvSpPr>
          <p:spPr>
            <a:xfrm>
              <a:off x="1400345" y="5538930"/>
              <a:ext cx="9337964" cy="8711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191" name="직사각형 190">
              <a:extLst>
                <a:ext uri="{FF2B5EF4-FFF2-40B4-BE49-F238E27FC236}">
                  <a16:creationId xmlns:a16="http://schemas.microsoft.com/office/drawing/2014/main" id="{097BCFC3-16C7-8831-BC11-D8BFE4505B10}"/>
                </a:ext>
              </a:extLst>
            </p:cNvPr>
            <p:cNvSpPr/>
            <p:nvPr/>
          </p:nvSpPr>
          <p:spPr>
            <a:xfrm rot="16200000">
              <a:off x="10374081" y="5981426"/>
              <a:ext cx="782235" cy="74983"/>
            </a:xfrm>
            <a:prstGeom prst="rect">
              <a:avLst/>
            </a:prstGeom>
            <a:noFill/>
            <a:ln w="9525">
              <a:solidFill>
                <a:schemeClr val="tx1">
                  <a:alpha val="3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sp>
        <p:nvSpPr>
          <p:cNvPr id="291" name="TextBox 290">
            <a:extLst>
              <a:ext uri="{FF2B5EF4-FFF2-40B4-BE49-F238E27FC236}">
                <a16:creationId xmlns:a16="http://schemas.microsoft.com/office/drawing/2014/main" id="{63597DD5-EFEC-2856-EDC3-A1863B01CEDF}"/>
              </a:ext>
            </a:extLst>
          </p:cNvPr>
          <p:cNvSpPr txBox="1"/>
          <p:nvPr/>
        </p:nvSpPr>
        <p:spPr>
          <a:xfrm>
            <a:off x="277091" y="286327"/>
            <a:ext cx="66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후면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A9D126F-F716-0CAE-97DB-20FECCF71673}"/>
              </a:ext>
            </a:extLst>
          </p:cNvPr>
          <p:cNvGrpSpPr/>
          <p:nvPr/>
        </p:nvGrpSpPr>
        <p:grpSpPr>
          <a:xfrm>
            <a:off x="3488272" y="4952747"/>
            <a:ext cx="1993482" cy="586182"/>
            <a:chOff x="6810769" y="5348988"/>
            <a:chExt cx="1993482" cy="45719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2BCBE302-7743-F483-0D9B-092A5F8F1EAD}"/>
                </a:ext>
              </a:extLst>
            </p:cNvPr>
            <p:cNvSpPr/>
            <p:nvPr/>
          </p:nvSpPr>
          <p:spPr>
            <a:xfrm>
              <a:off x="8149779" y="5348988"/>
              <a:ext cx="225666" cy="4571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668CB5E1-BBE1-FA97-3441-B73C99A53872}"/>
                </a:ext>
              </a:extLst>
            </p:cNvPr>
            <p:cNvSpPr/>
            <p:nvPr/>
          </p:nvSpPr>
          <p:spPr>
            <a:xfrm>
              <a:off x="8578585" y="5348988"/>
              <a:ext cx="225666" cy="4571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C2568BCB-B092-FC0F-B626-2C605F4DEC5B}"/>
                </a:ext>
              </a:extLst>
            </p:cNvPr>
            <p:cNvSpPr/>
            <p:nvPr/>
          </p:nvSpPr>
          <p:spPr>
            <a:xfrm>
              <a:off x="7640563" y="5348988"/>
              <a:ext cx="225666" cy="4571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AABAAB0E-DE40-5CD2-2E48-D6DD61275DB7}"/>
                </a:ext>
              </a:extLst>
            </p:cNvPr>
            <p:cNvSpPr/>
            <p:nvPr/>
          </p:nvSpPr>
          <p:spPr>
            <a:xfrm>
              <a:off x="6810769" y="5348988"/>
              <a:ext cx="225666" cy="4571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18071F1C-2B1F-D181-BA80-2C3D6F654443}"/>
                </a:ext>
              </a:extLst>
            </p:cNvPr>
            <p:cNvSpPr/>
            <p:nvPr/>
          </p:nvSpPr>
          <p:spPr>
            <a:xfrm>
              <a:off x="7226989" y="5348988"/>
              <a:ext cx="225666" cy="4571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B62C185A-83CB-E733-AA59-55C1CBB0545F}"/>
              </a:ext>
            </a:extLst>
          </p:cNvPr>
          <p:cNvGrpSpPr/>
          <p:nvPr/>
        </p:nvGrpSpPr>
        <p:grpSpPr>
          <a:xfrm rot="10800000">
            <a:off x="3488270" y="3145102"/>
            <a:ext cx="5695071" cy="664898"/>
            <a:chOff x="3109180" y="1310388"/>
            <a:chExt cx="5695071" cy="45719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2ADA20E-CBE3-404E-CCE4-CEC74CDC4698}"/>
                </a:ext>
              </a:extLst>
            </p:cNvPr>
            <p:cNvSpPr/>
            <p:nvPr/>
          </p:nvSpPr>
          <p:spPr>
            <a:xfrm>
              <a:off x="8149779" y="1310388"/>
              <a:ext cx="225666" cy="4571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53C0F879-23F0-170F-BABD-561B979C52BC}"/>
                </a:ext>
              </a:extLst>
            </p:cNvPr>
            <p:cNvSpPr/>
            <p:nvPr/>
          </p:nvSpPr>
          <p:spPr>
            <a:xfrm>
              <a:off x="8578585" y="1310388"/>
              <a:ext cx="225666" cy="4571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8F2E62FD-E77F-5666-4B38-AAFAF95A93E5}"/>
                </a:ext>
              </a:extLst>
            </p:cNvPr>
            <p:cNvSpPr/>
            <p:nvPr/>
          </p:nvSpPr>
          <p:spPr>
            <a:xfrm>
              <a:off x="7640563" y="1310388"/>
              <a:ext cx="225666" cy="4571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38C94CDA-DDE1-4DDD-E694-79AE973A1851}"/>
                </a:ext>
              </a:extLst>
            </p:cNvPr>
            <p:cNvSpPr/>
            <p:nvPr/>
          </p:nvSpPr>
          <p:spPr>
            <a:xfrm>
              <a:off x="6810769" y="1310388"/>
              <a:ext cx="225666" cy="4571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395A128B-9778-2599-7542-2C97893EE5D4}"/>
                </a:ext>
              </a:extLst>
            </p:cNvPr>
            <p:cNvSpPr/>
            <p:nvPr/>
          </p:nvSpPr>
          <p:spPr>
            <a:xfrm>
              <a:off x="7226989" y="1310388"/>
              <a:ext cx="225666" cy="4571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56532154-BD89-5361-DA47-97A7C7AE8A21}"/>
                </a:ext>
              </a:extLst>
            </p:cNvPr>
            <p:cNvSpPr/>
            <p:nvPr/>
          </p:nvSpPr>
          <p:spPr>
            <a:xfrm>
              <a:off x="3109180" y="1310388"/>
              <a:ext cx="375870" cy="4571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C9954A32-40EB-043F-11BA-E3A76035F127}"/>
                </a:ext>
              </a:extLst>
            </p:cNvPr>
            <p:cNvSpPr/>
            <p:nvPr/>
          </p:nvSpPr>
          <p:spPr>
            <a:xfrm>
              <a:off x="4220856" y="1310388"/>
              <a:ext cx="375870" cy="4571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3BA1697F-1681-CD26-77AE-DB5BC45CD3C2}"/>
                </a:ext>
              </a:extLst>
            </p:cNvPr>
            <p:cNvSpPr/>
            <p:nvPr/>
          </p:nvSpPr>
          <p:spPr>
            <a:xfrm>
              <a:off x="3657078" y="1310388"/>
              <a:ext cx="375870" cy="4571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1A0BAD2C-4003-6749-21FF-2B7349E19DCF}"/>
                </a:ext>
              </a:extLst>
            </p:cNvPr>
            <p:cNvSpPr/>
            <p:nvPr/>
          </p:nvSpPr>
          <p:spPr>
            <a:xfrm>
              <a:off x="4780674" y="1310388"/>
              <a:ext cx="375870" cy="4571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98492E09-7822-0E97-6BE2-A4AF2B34CD3A}"/>
                </a:ext>
              </a:extLst>
            </p:cNvPr>
            <p:cNvSpPr/>
            <p:nvPr/>
          </p:nvSpPr>
          <p:spPr>
            <a:xfrm>
              <a:off x="5347098" y="1310388"/>
              <a:ext cx="375870" cy="4571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864D6535-F0F4-A987-0EBB-82946FEA2947}"/>
                </a:ext>
              </a:extLst>
            </p:cNvPr>
            <p:cNvSpPr/>
            <p:nvPr/>
          </p:nvSpPr>
          <p:spPr>
            <a:xfrm>
              <a:off x="5924059" y="1310388"/>
              <a:ext cx="375870" cy="4571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  <a:latin typeface="바탕체" panose="02030609000101010101" pitchFamily="17" charset="-127"/>
                <a:ea typeface="바탕체" panose="02030609000101010101" pitchFamily="17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961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9686B-18A4-E31D-779F-8185CA98F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0719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61</Words>
  <Application>Microsoft Office PowerPoint</Application>
  <PresentationFormat>와이드스크린</PresentationFormat>
  <Paragraphs>51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바탕체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승한 백</dc:creator>
  <cp:lastModifiedBy>승한 백</cp:lastModifiedBy>
  <cp:revision>49</cp:revision>
  <dcterms:created xsi:type="dcterms:W3CDTF">2026-08-11T12:58:43Z</dcterms:created>
  <dcterms:modified xsi:type="dcterms:W3CDTF">2026-08-13T10:49:13Z</dcterms:modified>
</cp:coreProperties>
</file>