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A02ACC-9A06-5713-5B75-371C95564E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4112FE5-46FF-6232-A24D-6956CFA75D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EDAD96-27AD-493E-18CE-71441D807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F0052-4AD0-32D3-3D48-33DB3E7AA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3E99C0-5DEE-FE77-27DD-534C95262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6278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8B2D61-3456-7F17-B407-25A9AA5FF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A99B85-5E64-F0B4-1066-C40B22160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F58D99-7541-D9A2-D0F9-D13B8809E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FC5F2A-DA8B-7DE7-263D-950D1639D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E90D83-3EC3-0F66-AAB5-1DBF0B97D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90181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9EF91B-533B-432D-DBC1-2DD3AA5DC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B397216-FD11-BA21-1F43-79AEDFBF54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93150CD-17A1-BA85-509F-78B276F5F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3FFEB6-C058-FD52-3130-9E416FEC9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689AD3-C66E-2EAB-F62A-4E8B2C7D9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3092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F13F0-BD86-F2F7-3366-EFB7D3C5A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301CA9-4B7B-E60F-ED69-A8092CB76A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54583F-330C-A8B8-4CE5-72D655AA1D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82E0C20-DDBB-302A-C70F-FC04C9130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3FD90C-D705-F43A-13D6-4379FA548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EB1EF3-38D8-875F-87AB-4F5BF72A0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6637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158432-3317-6973-C53F-578E6BCC9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EB0557-917E-4F11-77A3-F82F83636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BB24A47-6487-11C2-B320-66776A454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AE61665-B3D4-B2A9-B689-90557091BC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078329E-3A5C-1FE5-46C7-91CC9B8580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BB773C0-5DB0-439F-7C17-4884D1C4C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D69973-9394-4CCB-D886-06592DBED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261D86E-D5CD-BB5B-8273-BFBDC4240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1416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0EC84B-FAF1-ED5C-C500-1B81236B9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F68402-851D-42B4-7285-6AB24A0A4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FA6F329-FFD6-9A4E-FAC3-1DCE8C57B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3A52D4-76F9-CF47-2ECE-451F6C04A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3155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126FB1D-EF2B-61EE-FABB-97A80075A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BDDDCE4-6D3F-B90C-0068-CDD9E9BAF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3C9E43-8B33-5F22-AF0B-F302D4272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4101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5EBE57-E106-A6DB-7CF6-4F4F85909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DF6F54-B6E3-8C3D-E7D6-4EE4BFFBCF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0F5808B-2E1E-3CC5-EFCE-964F1036F0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CEF5884-E09E-C758-EDD9-A601B9547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DCEE79-1A91-ADEB-7199-83F5AF509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E7818D-CEE8-CF08-7405-617043A7D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5554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19B2E7-49B0-D92A-8CC7-9C3961E4D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61E62D7-DC24-33E2-01B0-6F0C859C15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021109D-F358-F516-F988-E3FE5278C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32C9256-2BD6-8999-A787-DC3BCCD1D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4BD2114-04E0-BF8C-F295-6F30F3B45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874040-04B0-63CC-C658-4EEEFDB6E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689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31B374-F0A0-7E5A-2C67-ABDC45BD6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AC2C41D-D59B-9BFF-4B28-4AC310921C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B63E60-0968-F9EC-6329-FEB38C61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791F74-1453-E2F5-5138-7C7C3422D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7F2C5A-1AD8-C906-C6C6-38AFFD012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8226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0C344F5-C764-C9B8-0488-2A4C77277F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2AC39F9-F0D3-9BAC-E915-1119E15A14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9F7201-F7AE-57EF-D00E-60455E225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6232F6-16F6-F521-D8A2-2EF642B1D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F1D5AA-BC82-F91A-6DA6-7B8899EC6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0137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664F6A5-35D4-C32F-F58D-1994FE1D9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88B6BF3-42A4-5ADB-1C84-ED077DAA2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966A65-D866-2C5E-A38C-EF740779D2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9D8614-7ED5-4A1E-933C-D5B28C9D871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C249B5-F9F6-0A7E-6BC9-0F46644984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770715-4D6D-2B62-8788-D1841F85BA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817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7D17283-5ACA-7CF5-D692-AAD046E6B29B}"/>
              </a:ext>
            </a:extLst>
          </p:cNvPr>
          <p:cNvSpPr/>
          <p:nvPr/>
        </p:nvSpPr>
        <p:spPr>
          <a:xfrm>
            <a:off x="1427018" y="554182"/>
            <a:ext cx="9337964" cy="58558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D209026-97E5-F258-1BFF-4F856FF77BB2}"/>
              </a:ext>
            </a:extLst>
          </p:cNvPr>
          <p:cNvSpPr/>
          <p:nvPr/>
        </p:nvSpPr>
        <p:spPr>
          <a:xfrm>
            <a:off x="2757055" y="1319070"/>
            <a:ext cx="6153726" cy="37083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F6EEC71-27CE-FCC5-28CF-9FA2A9FADDEC}"/>
              </a:ext>
            </a:extLst>
          </p:cNvPr>
          <p:cNvSpPr/>
          <p:nvPr/>
        </p:nvSpPr>
        <p:spPr>
          <a:xfrm>
            <a:off x="1493982" y="1523584"/>
            <a:ext cx="588819" cy="1164198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흡연</a:t>
            </a:r>
            <a:endParaRPr lang="en-US" altLang="ko-KR" sz="10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구역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82B42FB-A982-39F4-DCAB-1B81D77B3771}"/>
              </a:ext>
            </a:extLst>
          </p:cNvPr>
          <p:cNvSpPr/>
          <p:nvPr/>
        </p:nvSpPr>
        <p:spPr>
          <a:xfrm>
            <a:off x="1493982" y="2846901"/>
            <a:ext cx="588819" cy="1164198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자전거</a:t>
            </a:r>
            <a:endParaRPr lang="en-US" altLang="ko-KR" sz="10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보관소</a:t>
            </a:r>
            <a:endParaRPr lang="en-US" altLang="ko-KR" sz="10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44C482-E10F-A6C7-A469-06825AF46F8B}"/>
              </a:ext>
            </a:extLst>
          </p:cNvPr>
          <p:cNvSpPr/>
          <p:nvPr/>
        </p:nvSpPr>
        <p:spPr>
          <a:xfrm>
            <a:off x="2757055" y="967245"/>
            <a:ext cx="6153726" cy="34679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화단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C68171FF-3650-E526-8DC2-AE0C5325D1DA}"/>
              </a:ext>
            </a:extLst>
          </p:cNvPr>
          <p:cNvGrpSpPr/>
          <p:nvPr/>
        </p:nvGrpSpPr>
        <p:grpSpPr>
          <a:xfrm>
            <a:off x="6468299" y="4970738"/>
            <a:ext cx="1360448" cy="107239"/>
            <a:chOff x="4646466" y="5190835"/>
            <a:chExt cx="902858" cy="92364"/>
          </a:xfrm>
        </p:grpSpPr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D02239E0-A365-5827-C46C-F3C981DD2787}"/>
                </a:ext>
              </a:extLst>
            </p:cNvPr>
            <p:cNvSpPr/>
            <p:nvPr/>
          </p:nvSpPr>
          <p:spPr>
            <a:xfrm>
              <a:off x="4646466" y="5190835"/>
              <a:ext cx="451429" cy="92364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543DD56D-08BC-9A2F-B3A1-BEEC4E1FDE7E}"/>
                </a:ext>
              </a:extLst>
            </p:cNvPr>
            <p:cNvSpPr/>
            <p:nvPr/>
          </p:nvSpPr>
          <p:spPr>
            <a:xfrm>
              <a:off x="5097895" y="5190835"/>
              <a:ext cx="451429" cy="92364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C5DFF0B-580D-E119-54B7-850F98B6FC5B}"/>
              </a:ext>
            </a:extLst>
          </p:cNvPr>
          <p:cNvSpPr/>
          <p:nvPr/>
        </p:nvSpPr>
        <p:spPr>
          <a:xfrm>
            <a:off x="8042550" y="1328097"/>
            <a:ext cx="868232" cy="84902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AADFA8B0-7B7A-C7A3-D6BB-C5A2CCCE6B93}"/>
              </a:ext>
            </a:extLst>
          </p:cNvPr>
          <p:cNvSpPr/>
          <p:nvPr/>
        </p:nvSpPr>
        <p:spPr>
          <a:xfrm>
            <a:off x="6617853" y="1328097"/>
            <a:ext cx="1424697" cy="101158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" name="순서도: 지연 32">
            <a:extLst>
              <a:ext uri="{FF2B5EF4-FFF2-40B4-BE49-F238E27FC236}">
                <a16:creationId xmlns:a16="http://schemas.microsoft.com/office/drawing/2014/main" id="{EAC8421F-7998-9CE6-7324-DAA84A5DA317}"/>
              </a:ext>
            </a:extLst>
          </p:cNvPr>
          <p:cNvSpPr/>
          <p:nvPr/>
        </p:nvSpPr>
        <p:spPr>
          <a:xfrm rot="5400000">
            <a:off x="8169563" y="1433356"/>
            <a:ext cx="175465" cy="131618"/>
          </a:xfrm>
          <a:prstGeom prst="flowChartDelay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4" name="순서도: 지연 33">
            <a:extLst>
              <a:ext uri="{FF2B5EF4-FFF2-40B4-BE49-F238E27FC236}">
                <a16:creationId xmlns:a16="http://schemas.microsoft.com/office/drawing/2014/main" id="{65A42B8C-1090-5E64-6F02-2A98747D1FA7}"/>
              </a:ext>
            </a:extLst>
          </p:cNvPr>
          <p:cNvSpPr/>
          <p:nvPr/>
        </p:nvSpPr>
        <p:spPr>
          <a:xfrm rot="5400000">
            <a:off x="8596745" y="1433357"/>
            <a:ext cx="175465" cy="131618"/>
          </a:xfrm>
          <a:prstGeom prst="flowChartDelay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0B6F621E-CF46-AC4D-ED9E-EF2EBE63601B}"/>
              </a:ext>
            </a:extLst>
          </p:cNvPr>
          <p:cNvSpPr/>
          <p:nvPr/>
        </p:nvSpPr>
        <p:spPr>
          <a:xfrm>
            <a:off x="8149779" y="1310388"/>
            <a:ext cx="225666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4F8FC335-7FF5-A1FE-F35A-DB6F35BBC2D9}"/>
              </a:ext>
            </a:extLst>
          </p:cNvPr>
          <p:cNvSpPr/>
          <p:nvPr/>
        </p:nvSpPr>
        <p:spPr>
          <a:xfrm>
            <a:off x="8578585" y="1310388"/>
            <a:ext cx="225666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09D1EE9-6CAB-A2D4-C96D-D7546A078594}"/>
              </a:ext>
            </a:extLst>
          </p:cNvPr>
          <p:cNvSpPr/>
          <p:nvPr/>
        </p:nvSpPr>
        <p:spPr>
          <a:xfrm>
            <a:off x="7640563" y="1310388"/>
            <a:ext cx="225666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5F106471-9494-D6FE-6BD3-88336D42D56A}"/>
              </a:ext>
            </a:extLst>
          </p:cNvPr>
          <p:cNvSpPr/>
          <p:nvPr/>
        </p:nvSpPr>
        <p:spPr>
          <a:xfrm>
            <a:off x="6810769" y="1310388"/>
            <a:ext cx="225666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FFEC917E-FC3D-C6F4-93FC-4BC42CD9E505}"/>
              </a:ext>
            </a:extLst>
          </p:cNvPr>
          <p:cNvSpPr/>
          <p:nvPr/>
        </p:nvSpPr>
        <p:spPr>
          <a:xfrm>
            <a:off x="7226989" y="1310388"/>
            <a:ext cx="225666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A4F4A4C5-D02D-B701-FDDC-69A928C0570C}"/>
              </a:ext>
            </a:extLst>
          </p:cNvPr>
          <p:cNvSpPr/>
          <p:nvPr/>
        </p:nvSpPr>
        <p:spPr>
          <a:xfrm>
            <a:off x="8360679" y="1908845"/>
            <a:ext cx="71467" cy="138546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224AAC22-332E-6C95-1874-1B706EC5FBF6}"/>
              </a:ext>
            </a:extLst>
          </p:cNvPr>
          <p:cNvSpPr/>
          <p:nvPr/>
        </p:nvSpPr>
        <p:spPr>
          <a:xfrm>
            <a:off x="8506734" y="1907275"/>
            <a:ext cx="71467" cy="138546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70AEA9D-A089-D14A-09BF-21214A1D9501}"/>
              </a:ext>
            </a:extLst>
          </p:cNvPr>
          <p:cNvSpPr/>
          <p:nvPr/>
        </p:nvSpPr>
        <p:spPr>
          <a:xfrm rot="5400000">
            <a:off x="6458011" y="1502152"/>
            <a:ext cx="313543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D593D4D9-2F43-461F-AF33-2D4FE75A1CFB}"/>
              </a:ext>
            </a:extLst>
          </p:cNvPr>
          <p:cNvSpPr/>
          <p:nvPr/>
        </p:nvSpPr>
        <p:spPr>
          <a:xfrm>
            <a:off x="6904913" y="1657620"/>
            <a:ext cx="881316" cy="39630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회의실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5533761-A4FA-F683-CD8A-C267221A2799}"/>
              </a:ext>
            </a:extLst>
          </p:cNvPr>
          <p:cNvSpPr/>
          <p:nvPr/>
        </p:nvSpPr>
        <p:spPr>
          <a:xfrm rot="5400000">
            <a:off x="7759542" y="1811032"/>
            <a:ext cx="522168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A4093F49-5A17-00B8-9D14-D505121B931C}"/>
              </a:ext>
            </a:extLst>
          </p:cNvPr>
          <p:cNvSpPr/>
          <p:nvPr/>
        </p:nvSpPr>
        <p:spPr>
          <a:xfrm>
            <a:off x="6958540" y="1480664"/>
            <a:ext cx="126905" cy="132924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27363CE5-2B80-C40D-73AA-6F648CC213B1}"/>
              </a:ext>
            </a:extLst>
          </p:cNvPr>
          <p:cNvSpPr/>
          <p:nvPr/>
        </p:nvSpPr>
        <p:spPr>
          <a:xfrm>
            <a:off x="7273852" y="1480664"/>
            <a:ext cx="126905" cy="132924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02E37783-C219-2F8F-E21F-0019BC16634A}"/>
              </a:ext>
            </a:extLst>
          </p:cNvPr>
          <p:cNvSpPr/>
          <p:nvPr/>
        </p:nvSpPr>
        <p:spPr>
          <a:xfrm>
            <a:off x="7588613" y="1480664"/>
            <a:ext cx="126905" cy="132924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E8F5D003-69F2-D743-23A6-D8F6AF9D7611}"/>
              </a:ext>
            </a:extLst>
          </p:cNvPr>
          <p:cNvGrpSpPr/>
          <p:nvPr/>
        </p:nvGrpSpPr>
        <p:grpSpPr>
          <a:xfrm>
            <a:off x="8042510" y="3736176"/>
            <a:ext cx="868244" cy="782402"/>
            <a:chOff x="7345164" y="4082019"/>
            <a:chExt cx="868244" cy="800854"/>
          </a:xfrm>
        </p:grpSpPr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11E8560A-CE7D-526A-7F3A-A6EBB05C650E}"/>
                </a:ext>
              </a:extLst>
            </p:cNvPr>
            <p:cNvSpPr/>
            <p:nvPr/>
          </p:nvSpPr>
          <p:spPr>
            <a:xfrm rot="5400000">
              <a:off x="7941371" y="4610834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6F9299E6-18B5-9C81-A843-2F0E902EEDF7}"/>
                </a:ext>
              </a:extLst>
            </p:cNvPr>
            <p:cNvSpPr/>
            <p:nvPr/>
          </p:nvSpPr>
          <p:spPr>
            <a:xfrm rot="5400000">
              <a:off x="7507249" y="4606256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D7C7E963-6FBF-3E75-2D55-ED4801D265BF}"/>
                </a:ext>
              </a:extLst>
            </p:cNvPr>
            <p:cNvSpPr/>
            <p:nvPr/>
          </p:nvSpPr>
          <p:spPr>
            <a:xfrm rot="5400000">
              <a:off x="7941371" y="4496300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A1029F58-7A8F-6BEF-91BE-433F0584E6F4}"/>
                </a:ext>
              </a:extLst>
            </p:cNvPr>
            <p:cNvSpPr/>
            <p:nvPr/>
          </p:nvSpPr>
          <p:spPr>
            <a:xfrm rot="5400000">
              <a:off x="7507249" y="4491722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E7CE566E-9589-2810-71C7-53C84B757097}"/>
                </a:ext>
              </a:extLst>
            </p:cNvPr>
            <p:cNvSpPr/>
            <p:nvPr/>
          </p:nvSpPr>
          <p:spPr>
            <a:xfrm rot="5400000">
              <a:off x="7941371" y="4381766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A79EC1D3-127C-66A3-9172-AFDA4FAE886A}"/>
                </a:ext>
              </a:extLst>
            </p:cNvPr>
            <p:cNvSpPr/>
            <p:nvPr/>
          </p:nvSpPr>
          <p:spPr>
            <a:xfrm rot="5400000">
              <a:off x="7507249" y="4377188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0CEAB99C-945B-1DB7-7104-16FDAE315468}"/>
                </a:ext>
              </a:extLst>
            </p:cNvPr>
            <p:cNvSpPr/>
            <p:nvPr/>
          </p:nvSpPr>
          <p:spPr>
            <a:xfrm rot="5400000">
              <a:off x="7941371" y="4267232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E67F8D53-8501-85C7-36C7-CCE6B735CEE9}"/>
                </a:ext>
              </a:extLst>
            </p:cNvPr>
            <p:cNvSpPr/>
            <p:nvPr/>
          </p:nvSpPr>
          <p:spPr>
            <a:xfrm rot="5400000">
              <a:off x="7507249" y="4262654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81367F1E-4988-C9AA-B002-E1ACF68BEE7E}"/>
                </a:ext>
              </a:extLst>
            </p:cNvPr>
            <p:cNvSpPr/>
            <p:nvPr/>
          </p:nvSpPr>
          <p:spPr>
            <a:xfrm rot="5400000">
              <a:off x="7941371" y="4153581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E8125FA2-631B-BD27-930E-2E9D26A9B946}"/>
                </a:ext>
              </a:extLst>
            </p:cNvPr>
            <p:cNvSpPr/>
            <p:nvPr/>
          </p:nvSpPr>
          <p:spPr>
            <a:xfrm rot="5400000">
              <a:off x="7507249" y="4149003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D94CAA41-B981-CD38-579B-A699B545AF84}"/>
                </a:ext>
              </a:extLst>
            </p:cNvPr>
            <p:cNvSpPr/>
            <p:nvPr/>
          </p:nvSpPr>
          <p:spPr>
            <a:xfrm rot="5400000">
              <a:off x="7941371" y="4039047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B6B5316D-5B24-5FFF-F8D2-46C3C8F19E15}"/>
                </a:ext>
              </a:extLst>
            </p:cNvPr>
            <p:cNvSpPr/>
            <p:nvPr/>
          </p:nvSpPr>
          <p:spPr>
            <a:xfrm rot="5400000">
              <a:off x="7507249" y="4034469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09259BDB-4450-CA12-4544-4A5DA1CB277B}"/>
                </a:ext>
              </a:extLst>
            </p:cNvPr>
            <p:cNvSpPr/>
            <p:nvPr/>
          </p:nvSpPr>
          <p:spPr>
            <a:xfrm rot="5400000">
              <a:off x="7941371" y="3924513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1EF1492F-72BD-032C-A2BE-06BB4B4A3C13}"/>
                </a:ext>
              </a:extLst>
            </p:cNvPr>
            <p:cNvSpPr/>
            <p:nvPr/>
          </p:nvSpPr>
          <p:spPr>
            <a:xfrm rot="5400000">
              <a:off x="7507249" y="3919935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5A22CAC6-A8AD-F891-65E0-5FDEB99AD7F8}"/>
              </a:ext>
            </a:extLst>
          </p:cNvPr>
          <p:cNvSpPr/>
          <p:nvPr/>
        </p:nvSpPr>
        <p:spPr>
          <a:xfrm rot="5400000">
            <a:off x="3140652" y="1050635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5DC227AB-6D53-6CA7-E883-6CABF91C3D8D}"/>
              </a:ext>
            </a:extLst>
          </p:cNvPr>
          <p:cNvSpPr/>
          <p:nvPr/>
        </p:nvSpPr>
        <p:spPr>
          <a:xfrm rot="5400000">
            <a:off x="3140651" y="4374298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BC8204AD-9787-F0AD-9974-3D675FD914C9}"/>
              </a:ext>
            </a:extLst>
          </p:cNvPr>
          <p:cNvSpPr/>
          <p:nvPr/>
        </p:nvSpPr>
        <p:spPr>
          <a:xfrm rot="5400000">
            <a:off x="5142648" y="1050635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FE2B357D-6A0C-8148-4BAF-AAE5D4883944}"/>
              </a:ext>
            </a:extLst>
          </p:cNvPr>
          <p:cNvSpPr/>
          <p:nvPr/>
        </p:nvSpPr>
        <p:spPr>
          <a:xfrm rot="10800000">
            <a:off x="2821708" y="1734428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24999B79-248A-05FE-1B28-3CDCEA4FA38F}"/>
              </a:ext>
            </a:extLst>
          </p:cNvPr>
          <p:cNvSpPr/>
          <p:nvPr/>
        </p:nvSpPr>
        <p:spPr>
          <a:xfrm rot="10800000">
            <a:off x="2821708" y="2737165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6E1ECEDF-3B0B-F538-DE23-96B40999A57D}"/>
              </a:ext>
            </a:extLst>
          </p:cNvPr>
          <p:cNvSpPr/>
          <p:nvPr/>
        </p:nvSpPr>
        <p:spPr>
          <a:xfrm rot="10800000">
            <a:off x="2821708" y="3742525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29" name="타원 128">
            <a:extLst>
              <a:ext uri="{FF2B5EF4-FFF2-40B4-BE49-F238E27FC236}">
                <a16:creationId xmlns:a16="http://schemas.microsoft.com/office/drawing/2014/main" id="{2B9D454F-8683-1C14-6BDF-CFA569F1CC7A}"/>
              </a:ext>
            </a:extLst>
          </p:cNvPr>
          <p:cNvSpPr/>
          <p:nvPr/>
        </p:nvSpPr>
        <p:spPr>
          <a:xfrm>
            <a:off x="3673864" y="2142758"/>
            <a:ext cx="884003" cy="925930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창업주</a:t>
            </a:r>
            <a:endParaRPr lang="en-US" altLang="ko-KR" sz="10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동상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D1AEA734-A5E9-E6A4-A419-EC6AE3CAF487}"/>
              </a:ext>
            </a:extLst>
          </p:cNvPr>
          <p:cNvSpPr/>
          <p:nvPr/>
        </p:nvSpPr>
        <p:spPr>
          <a:xfrm rot="5400000">
            <a:off x="8683668" y="2689641"/>
            <a:ext cx="451429" cy="92364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29B74024-989D-AEBB-9256-FCEC8E9DA2F0}"/>
              </a:ext>
            </a:extLst>
          </p:cNvPr>
          <p:cNvSpPr/>
          <p:nvPr/>
        </p:nvSpPr>
        <p:spPr>
          <a:xfrm rot="10800000">
            <a:off x="7947292" y="3139302"/>
            <a:ext cx="93415" cy="187761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7" name="직사각형 176">
            <a:extLst>
              <a:ext uri="{FF2B5EF4-FFF2-40B4-BE49-F238E27FC236}">
                <a16:creationId xmlns:a16="http://schemas.microsoft.com/office/drawing/2014/main" id="{F0041CC5-2105-1749-AEA0-A823E424B1DF}"/>
              </a:ext>
            </a:extLst>
          </p:cNvPr>
          <p:cNvSpPr/>
          <p:nvPr/>
        </p:nvSpPr>
        <p:spPr>
          <a:xfrm rot="16200000">
            <a:off x="6964540" y="3210874"/>
            <a:ext cx="86039" cy="187761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9" name="직사각형 178">
            <a:extLst>
              <a:ext uri="{FF2B5EF4-FFF2-40B4-BE49-F238E27FC236}">
                <a16:creationId xmlns:a16="http://schemas.microsoft.com/office/drawing/2014/main" id="{292A6489-7A25-A4CC-0213-03F6BD96AB8F}"/>
              </a:ext>
            </a:extLst>
          </p:cNvPr>
          <p:cNvSpPr/>
          <p:nvPr/>
        </p:nvSpPr>
        <p:spPr>
          <a:xfrm rot="5400000">
            <a:off x="4172254" y="4374298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62572EA7-6AFE-30EC-E9D4-9F4C5A4CFC5A}"/>
              </a:ext>
            </a:extLst>
          </p:cNvPr>
          <p:cNvSpPr/>
          <p:nvPr/>
        </p:nvSpPr>
        <p:spPr>
          <a:xfrm rot="5400000">
            <a:off x="4146246" y="1052154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grpSp>
        <p:nvGrpSpPr>
          <p:cNvPr id="192" name="그룹 191">
            <a:extLst>
              <a:ext uri="{FF2B5EF4-FFF2-40B4-BE49-F238E27FC236}">
                <a16:creationId xmlns:a16="http://schemas.microsoft.com/office/drawing/2014/main" id="{72DCF523-FFE6-0C9A-9514-9E05588F40E4}"/>
              </a:ext>
            </a:extLst>
          </p:cNvPr>
          <p:cNvGrpSpPr/>
          <p:nvPr/>
        </p:nvGrpSpPr>
        <p:grpSpPr>
          <a:xfrm rot="10800000">
            <a:off x="9883746" y="1221353"/>
            <a:ext cx="868218" cy="3806115"/>
            <a:chOff x="9199419" y="1164622"/>
            <a:chExt cx="868218" cy="3806115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A77CFD29-2B44-B9A7-F978-6B91350827C4}"/>
                </a:ext>
              </a:extLst>
            </p:cNvPr>
            <p:cNvSpPr/>
            <p:nvPr/>
          </p:nvSpPr>
          <p:spPr>
            <a:xfrm>
              <a:off x="9199419" y="1164622"/>
              <a:ext cx="868218" cy="3806115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2DC41587-10F7-B729-2AF4-D153405A396A}"/>
                </a:ext>
              </a:extLst>
            </p:cNvPr>
            <p:cNvSpPr/>
            <p:nvPr/>
          </p:nvSpPr>
          <p:spPr>
            <a:xfrm flipV="1">
              <a:off x="9227992" y="119222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주차장</a:t>
              </a:r>
            </a:p>
          </p:txBody>
        </p:sp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7CCF3D3E-EE28-97B5-699E-CE5FDD1CD7F6}"/>
                </a:ext>
              </a:extLst>
            </p:cNvPr>
            <p:cNvSpPr/>
            <p:nvPr/>
          </p:nvSpPr>
          <p:spPr>
            <a:xfrm flipV="1">
              <a:off x="9227992" y="160904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3" name="직사각형 182">
              <a:extLst>
                <a:ext uri="{FF2B5EF4-FFF2-40B4-BE49-F238E27FC236}">
                  <a16:creationId xmlns:a16="http://schemas.microsoft.com/office/drawing/2014/main" id="{5FDE7208-F574-D539-8292-D37CB10F89FE}"/>
                </a:ext>
              </a:extLst>
            </p:cNvPr>
            <p:cNvSpPr/>
            <p:nvPr/>
          </p:nvSpPr>
          <p:spPr>
            <a:xfrm flipV="1">
              <a:off x="9227992" y="202888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EC15F7AE-F7C5-8DFD-498B-E182E8FABD52}"/>
                </a:ext>
              </a:extLst>
            </p:cNvPr>
            <p:cNvSpPr/>
            <p:nvPr/>
          </p:nvSpPr>
          <p:spPr>
            <a:xfrm flipV="1">
              <a:off x="9227992" y="244570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5" name="직사각형 184">
              <a:extLst>
                <a:ext uri="{FF2B5EF4-FFF2-40B4-BE49-F238E27FC236}">
                  <a16:creationId xmlns:a16="http://schemas.microsoft.com/office/drawing/2014/main" id="{F59B857A-98EA-32E0-8E20-26BAF4BD5CA5}"/>
                </a:ext>
              </a:extLst>
            </p:cNvPr>
            <p:cNvSpPr/>
            <p:nvPr/>
          </p:nvSpPr>
          <p:spPr>
            <a:xfrm flipV="1">
              <a:off x="9227992" y="287541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C83AE1E5-40AE-1865-CAC1-D6A0575EE774}"/>
                </a:ext>
              </a:extLst>
            </p:cNvPr>
            <p:cNvSpPr/>
            <p:nvPr/>
          </p:nvSpPr>
          <p:spPr>
            <a:xfrm flipV="1">
              <a:off x="9227992" y="329223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8F1E5F2A-5806-124D-A48A-7DB785CBC6B3}"/>
                </a:ext>
              </a:extLst>
            </p:cNvPr>
            <p:cNvSpPr/>
            <p:nvPr/>
          </p:nvSpPr>
          <p:spPr>
            <a:xfrm flipV="1">
              <a:off x="9227992" y="370661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8" name="직사각형 187">
              <a:extLst>
                <a:ext uri="{FF2B5EF4-FFF2-40B4-BE49-F238E27FC236}">
                  <a16:creationId xmlns:a16="http://schemas.microsoft.com/office/drawing/2014/main" id="{A2B1410E-DF2E-2AFC-9C89-05630C7AE6E5}"/>
                </a:ext>
              </a:extLst>
            </p:cNvPr>
            <p:cNvSpPr/>
            <p:nvPr/>
          </p:nvSpPr>
          <p:spPr>
            <a:xfrm flipV="1">
              <a:off x="9227992" y="412343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73BE1856-A90F-372E-DCD6-5B7555B02600}"/>
                </a:ext>
              </a:extLst>
            </p:cNvPr>
            <p:cNvSpPr/>
            <p:nvPr/>
          </p:nvSpPr>
          <p:spPr>
            <a:xfrm flipV="1">
              <a:off x="9227992" y="4533537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191" name="직사각형 190">
            <a:extLst>
              <a:ext uri="{FF2B5EF4-FFF2-40B4-BE49-F238E27FC236}">
                <a16:creationId xmlns:a16="http://schemas.microsoft.com/office/drawing/2014/main" id="{5A686D2A-48C9-956B-FCCD-8B09181C0A42}"/>
              </a:ext>
            </a:extLst>
          </p:cNvPr>
          <p:cNvSpPr/>
          <p:nvPr/>
        </p:nvSpPr>
        <p:spPr>
          <a:xfrm rot="16200000">
            <a:off x="10179047" y="5670256"/>
            <a:ext cx="1168488" cy="98633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grpSp>
        <p:nvGrpSpPr>
          <p:cNvPr id="193" name="그룹 192">
            <a:extLst>
              <a:ext uri="{FF2B5EF4-FFF2-40B4-BE49-F238E27FC236}">
                <a16:creationId xmlns:a16="http://schemas.microsoft.com/office/drawing/2014/main" id="{E2A0E26B-5EB3-D13D-57A5-7DD632E2801F}"/>
              </a:ext>
            </a:extLst>
          </p:cNvPr>
          <p:cNvGrpSpPr/>
          <p:nvPr/>
        </p:nvGrpSpPr>
        <p:grpSpPr>
          <a:xfrm rot="5400000">
            <a:off x="2895966" y="4069982"/>
            <a:ext cx="868218" cy="3806115"/>
            <a:chOff x="9199419" y="1164622"/>
            <a:chExt cx="868218" cy="3806115"/>
          </a:xfrm>
        </p:grpSpPr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3323C31F-3369-45FE-1F89-5B6F91C55886}"/>
                </a:ext>
              </a:extLst>
            </p:cNvPr>
            <p:cNvSpPr/>
            <p:nvPr/>
          </p:nvSpPr>
          <p:spPr>
            <a:xfrm>
              <a:off x="9199419" y="1164622"/>
              <a:ext cx="868218" cy="3806115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5" name="직사각형 194">
              <a:extLst>
                <a:ext uri="{FF2B5EF4-FFF2-40B4-BE49-F238E27FC236}">
                  <a16:creationId xmlns:a16="http://schemas.microsoft.com/office/drawing/2014/main" id="{0711E89C-AEFC-0E1A-0C47-D8F62F5404A6}"/>
                </a:ext>
              </a:extLst>
            </p:cNvPr>
            <p:cNvSpPr/>
            <p:nvPr/>
          </p:nvSpPr>
          <p:spPr>
            <a:xfrm flipV="1">
              <a:off x="9227992" y="119222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주</a:t>
              </a:r>
              <a:endParaRPr lang="en-US" altLang="ko-KR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  <a:p>
              <a:pPr algn="ctr"/>
              <a:r>
                <a:rPr lang="ko-KR" altLang="en-US" sz="1000" dirty="0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차</a:t>
              </a:r>
              <a:endParaRPr lang="en-US" altLang="ko-KR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  <a:p>
              <a:pPr algn="ctr"/>
              <a:r>
                <a:rPr lang="ko-KR" altLang="en-US" sz="1000" dirty="0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장</a:t>
              </a:r>
            </a:p>
          </p:txBody>
        </p:sp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ABF0C552-75DB-FD32-8384-C54627FF5059}"/>
                </a:ext>
              </a:extLst>
            </p:cNvPr>
            <p:cNvSpPr/>
            <p:nvPr/>
          </p:nvSpPr>
          <p:spPr>
            <a:xfrm flipV="1">
              <a:off x="9227992" y="160904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7" name="직사각형 196">
              <a:extLst>
                <a:ext uri="{FF2B5EF4-FFF2-40B4-BE49-F238E27FC236}">
                  <a16:creationId xmlns:a16="http://schemas.microsoft.com/office/drawing/2014/main" id="{72BBC2AF-BFA7-C160-C513-81320E7A1B0C}"/>
                </a:ext>
              </a:extLst>
            </p:cNvPr>
            <p:cNvSpPr/>
            <p:nvPr/>
          </p:nvSpPr>
          <p:spPr>
            <a:xfrm flipV="1">
              <a:off x="9227992" y="202888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8" name="직사각형 197">
              <a:extLst>
                <a:ext uri="{FF2B5EF4-FFF2-40B4-BE49-F238E27FC236}">
                  <a16:creationId xmlns:a16="http://schemas.microsoft.com/office/drawing/2014/main" id="{4B4EA6D4-8FAF-7AAF-23A9-A5DFC372005A}"/>
                </a:ext>
              </a:extLst>
            </p:cNvPr>
            <p:cNvSpPr/>
            <p:nvPr/>
          </p:nvSpPr>
          <p:spPr>
            <a:xfrm flipV="1">
              <a:off x="9227992" y="244570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33F0CE52-A5B3-1EAA-DCA9-A0F1E0195EF4}"/>
                </a:ext>
              </a:extLst>
            </p:cNvPr>
            <p:cNvSpPr/>
            <p:nvPr/>
          </p:nvSpPr>
          <p:spPr>
            <a:xfrm flipV="1">
              <a:off x="9227992" y="287541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0" name="직사각형 199">
              <a:extLst>
                <a:ext uri="{FF2B5EF4-FFF2-40B4-BE49-F238E27FC236}">
                  <a16:creationId xmlns:a16="http://schemas.microsoft.com/office/drawing/2014/main" id="{2906F370-2BED-5770-E510-C698B85187DA}"/>
                </a:ext>
              </a:extLst>
            </p:cNvPr>
            <p:cNvSpPr/>
            <p:nvPr/>
          </p:nvSpPr>
          <p:spPr>
            <a:xfrm flipV="1">
              <a:off x="9227992" y="329223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1" name="직사각형 200">
              <a:extLst>
                <a:ext uri="{FF2B5EF4-FFF2-40B4-BE49-F238E27FC236}">
                  <a16:creationId xmlns:a16="http://schemas.microsoft.com/office/drawing/2014/main" id="{C370C6D5-66B8-D5A0-8310-3E4B8538D8FC}"/>
                </a:ext>
              </a:extLst>
            </p:cNvPr>
            <p:cNvSpPr/>
            <p:nvPr/>
          </p:nvSpPr>
          <p:spPr>
            <a:xfrm flipV="1">
              <a:off x="9227992" y="370661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7A7DB1E5-8941-D02E-CDFC-58E4F191E097}"/>
                </a:ext>
              </a:extLst>
            </p:cNvPr>
            <p:cNvSpPr/>
            <p:nvPr/>
          </p:nvSpPr>
          <p:spPr>
            <a:xfrm flipV="1">
              <a:off x="9227992" y="412343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3" name="직사각형 202">
              <a:extLst>
                <a:ext uri="{FF2B5EF4-FFF2-40B4-BE49-F238E27FC236}">
                  <a16:creationId xmlns:a16="http://schemas.microsoft.com/office/drawing/2014/main" id="{4BFC2274-DFA4-6FEA-1939-14FB38249FC3}"/>
                </a:ext>
              </a:extLst>
            </p:cNvPr>
            <p:cNvSpPr/>
            <p:nvPr/>
          </p:nvSpPr>
          <p:spPr>
            <a:xfrm flipV="1">
              <a:off x="9227992" y="4533537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291" name="TextBox 290">
            <a:extLst>
              <a:ext uri="{FF2B5EF4-FFF2-40B4-BE49-F238E27FC236}">
                <a16:creationId xmlns:a16="http://schemas.microsoft.com/office/drawing/2014/main" id="{3DB11753-19BC-5BEF-1EDE-2CC2DE6AE8B5}"/>
              </a:ext>
            </a:extLst>
          </p:cNvPr>
          <p:cNvSpPr txBox="1"/>
          <p:nvPr/>
        </p:nvSpPr>
        <p:spPr>
          <a:xfrm>
            <a:off x="277091" y="286327"/>
            <a:ext cx="563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층</a:t>
            </a:r>
          </a:p>
        </p:txBody>
      </p:sp>
      <p:sp>
        <p:nvSpPr>
          <p:cNvPr id="292" name="직사각형 291">
            <a:extLst>
              <a:ext uri="{FF2B5EF4-FFF2-40B4-BE49-F238E27FC236}">
                <a16:creationId xmlns:a16="http://schemas.microsoft.com/office/drawing/2014/main" id="{104D54A5-F323-D191-73BF-41DA782941B9}"/>
              </a:ext>
            </a:extLst>
          </p:cNvPr>
          <p:cNvSpPr/>
          <p:nvPr/>
        </p:nvSpPr>
        <p:spPr>
          <a:xfrm>
            <a:off x="8041642" y="4518316"/>
            <a:ext cx="869028" cy="509152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계단</a:t>
            </a:r>
          </a:p>
        </p:txBody>
      </p:sp>
      <p:sp>
        <p:nvSpPr>
          <p:cNvPr id="299" name="순서도: 지연 298">
            <a:extLst>
              <a:ext uri="{FF2B5EF4-FFF2-40B4-BE49-F238E27FC236}">
                <a16:creationId xmlns:a16="http://schemas.microsoft.com/office/drawing/2014/main" id="{5D9200D8-E238-3EEA-F6F5-D6AFD85BACD8}"/>
              </a:ext>
            </a:extLst>
          </p:cNvPr>
          <p:cNvSpPr/>
          <p:nvPr/>
        </p:nvSpPr>
        <p:spPr>
          <a:xfrm rot="10800000">
            <a:off x="8849122" y="1833891"/>
            <a:ext cx="56034" cy="131618"/>
          </a:xfrm>
          <a:prstGeom prst="flowChartDelay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01" name="직사각형 300">
            <a:extLst>
              <a:ext uri="{FF2B5EF4-FFF2-40B4-BE49-F238E27FC236}">
                <a16:creationId xmlns:a16="http://schemas.microsoft.com/office/drawing/2014/main" id="{12EF6077-52A1-A7E3-CCAB-A2C76FDAC551}"/>
              </a:ext>
            </a:extLst>
          </p:cNvPr>
          <p:cNvSpPr/>
          <p:nvPr/>
        </p:nvSpPr>
        <p:spPr>
          <a:xfrm>
            <a:off x="8074562" y="2154266"/>
            <a:ext cx="216530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05" name="직사각형 304">
            <a:extLst>
              <a:ext uri="{FF2B5EF4-FFF2-40B4-BE49-F238E27FC236}">
                <a16:creationId xmlns:a16="http://schemas.microsoft.com/office/drawing/2014/main" id="{7D35C583-F3F8-5D7D-844A-D077A7B5FF84}"/>
              </a:ext>
            </a:extLst>
          </p:cNvPr>
          <p:cNvSpPr/>
          <p:nvPr/>
        </p:nvSpPr>
        <p:spPr>
          <a:xfrm rot="16200000">
            <a:off x="6960852" y="2247201"/>
            <a:ext cx="93415" cy="187761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06" name="직사각형 305">
            <a:extLst>
              <a:ext uri="{FF2B5EF4-FFF2-40B4-BE49-F238E27FC236}">
                <a16:creationId xmlns:a16="http://schemas.microsoft.com/office/drawing/2014/main" id="{AFBEC3CA-23CE-8D72-2514-99CA9A6AEEA1}"/>
              </a:ext>
            </a:extLst>
          </p:cNvPr>
          <p:cNvSpPr/>
          <p:nvPr/>
        </p:nvSpPr>
        <p:spPr>
          <a:xfrm rot="5400000">
            <a:off x="7670137" y="3640058"/>
            <a:ext cx="522168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07" name="직사각형 306">
            <a:extLst>
              <a:ext uri="{FF2B5EF4-FFF2-40B4-BE49-F238E27FC236}">
                <a16:creationId xmlns:a16="http://schemas.microsoft.com/office/drawing/2014/main" id="{7B7DEAFA-C39A-4F0E-5B8D-C4085B427BE6}"/>
              </a:ext>
            </a:extLst>
          </p:cNvPr>
          <p:cNvSpPr/>
          <p:nvPr/>
        </p:nvSpPr>
        <p:spPr>
          <a:xfrm rot="5400000">
            <a:off x="7670137" y="4563223"/>
            <a:ext cx="522168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09" name="직사각형 308">
            <a:extLst>
              <a:ext uri="{FF2B5EF4-FFF2-40B4-BE49-F238E27FC236}">
                <a16:creationId xmlns:a16="http://schemas.microsoft.com/office/drawing/2014/main" id="{DB9A7B35-AF08-BF22-88DD-8706C4B79E42}"/>
              </a:ext>
            </a:extLst>
          </p:cNvPr>
          <p:cNvSpPr/>
          <p:nvPr/>
        </p:nvSpPr>
        <p:spPr>
          <a:xfrm>
            <a:off x="7214453" y="3232717"/>
            <a:ext cx="443091" cy="4655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10" name="직사각형 309">
            <a:extLst>
              <a:ext uri="{FF2B5EF4-FFF2-40B4-BE49-F238E27FC236}">
                <a16:creationId xmlns:a16="http://schemas.microsoft.com/office/drawing/2014/main" id="{8C83B691-CC91-C00B-113B-5314C60D129E}"/>
              </a:ext>
            </a:extLst>
          </p:cNvPr>
          <p:cNvSpPr/>
          <p:nvPr/>
        </p:nvSpPr>
        <p:spPr>
          <a:xfrm>
            <a:off x="6404943" y="3232717"/>
            <a:ext cx="443091" cy="4655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11" name="직사각형 310">
            <a:extLst>
              <a:ext uri="{FF2B5EF4-FFF2-40B4-BE49-F238E27FC236}">
                <a16:creationId xmlns:a16="http://schemas.microsoft.com/office/drawing/2014/main" id="{D6A13391-2DE7-0314-2724-81F1F05A81A1}"/>
              </a:ext>
            </a:extLst>
          </p:cNvPr>
          <p:cNvSpPr/>
          <p:nvPr/>
        </p:nvSpPr>
        <p:spPr>
          <a:xfrm>
            <a:off x="7214453" y="4057588"/>
            <a:ext cx="443091" cy="4655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12" name="직사각형 311">
            <a:extLst>
              <a:ext uri="{FF2B5EF4-FFF2-40B4-BE49-F238E27FC236}">
                <a16:creationId xmlns:a16="http://schemas.microsoft.com/office/drawing/2014/main" id="{1122E391-3D1D-F9E0-4F3A-251756B82C6A}"/>
              </a:ext>
            </a:extLst>
          </p:cNvPr>
          <p:cNvSpPr/>
          <p:nvPr/>
        </p:nvSpPr>
        <p:spPr>
          <a:xfrm>
            <a:off x="6404943" y="4057588"/>
            <a:ext cx="443091" cy="4655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13" name="직사각형 312">
            <a:extLst>
              <a:ext uri="{FF2B5EF4-FFF2-40B4-BE49-F238E27FC236}">
                <a16:creationId xmlns:a16="http://schemas.microsoft.com/office/drawing/2014/main" id="{8CC4A234-0E18-0AEB-C152-DBD0F8D7B70C}"/>
              </a:ext>
            </a:extLst>
          </p:cNvPr>
          <p:cNvSpPr/>
          <p:nvPr/>
        </p:nvSpPr>
        <p:spPr>
          <a:xfrm>
            <a:off x="7214453" y="4192703"/>
            <a:ext cx="443091" cy="4655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14" name="직사각형 313">
            <a:extLst>
              <a:ext uri="{FF2B5EF4-FFF2-40B4-BE49-F238E27FC236}">
                <a16:creationId xmlns:a16="http://schemas.microsoft.com/office/drawing/2014/main" id="{7E0D562C-3D13-E1D6-B2F6-FF27541303E2}"/>
              </a:ext>
            </a:extLst>
          </p:cNvPr>
          <p:cNvSpPr/>
          <p:nvPr/>
        </p:nvSpPr>
        <p:spPr>
          <a:xfrm>
            <a:off x="6404943" y="4192703"/>
            <a:ext cx="443091" cy="4655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17" name="직사각형 316">
            <a:extLst>
              <a:ext uri="{FF2B5EF4-FFF2-40B4-BE49-F238E27FC236}">
                <a16:creationId xmlns:a16="http://schemas.microsoft.com/office/drawing/2014/main" id="{27DE621E-A877-0938-4AB8-38FB30A75E76}"/>
              </a:ext>
            </a:extLst>
          </p:cNvPr>
          <p:cNvSpPr/>
          <p:nvPr/>
        </p:nvSpPr>
        <p:spPr>
          <a:xfrm>
            <a:off x="7214453" y="3092744"/>
            <a:ext cx="443091" cy="4655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18" name="직사각형 317">
            <a:extLst>
              <a:ext uri="{FF2B5EF4-FFF2-40B4-BE49-F238E27FC236}">
                <a16:creationId xmlns:a16="http://schemas.microsoft.com/office/drawing/2014/main" id="{F04D6510-EEA8-78BE-FD7F-E8DA170EDDFB}"/>
              </a:ext>
            </a:extLst>
          </p:cNvPr>
          <p:cNvSpPr/>
          <p:nvPr/>
        </p:nvSpPr>
        <p:spPr>
          <a:xfrm>
            <a:off x="6404943" y="3092744"/>
            <a:ext cx="443091" cy="4655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19" name="직사각형 318">
            <a:extLst>
              <a:ext uri="{FF2B5EF4-FFF2-40B4-BE49-F238E27FC236}">
                <a16:creationId xmlns:a16="http://schemas.microsoft.com/office/drawing/2014/main" id="{A48C0A4F-17D9-B4F4-1E37-AB52F76810FD}"/>
              </a:ext>
            </a:extLst>
          </p:cNvPr>
          <p:cNvSpPr/>
          <p:nvPr/>
        </p:nvSpPr>
        <p:spPr>
          <a:xfrm rot="5400000">
            <a:off x="5203857" y="4374298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29" name="직사각형 328">
            <a:extLst>
              <a:ext uri="{FF2B5EF4-FFF2-40B4-BE49-F238E27FC236}">
                <a16:creationId xmlns:a16="http://schemas.microsoft.com/office/drawing/2014/main" id="{3CFB510D-3049-2481-6877-AD643CECF3ED}"/>
              </a:ext>
            </a:extLst>
          </p:cNvPr>
          <p:cNvSpPr/>
          <p:nvPr/>
        </p:nvSpPr>
        <p:spPr>
          <a:xfrm>
            <a:off x="8042550" y="1317548"/>
            <a:ext cx="868232" cy="43918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1" name="직사각형 330">
            <a:extLst>
              <a:ext uri="{FF2B5EF4-FFF2-40B4-BE49-F238E27FC236}">
                <a16:creationId xmlns:a16="http://schemas.microsoft.com/office/drawing/2014/main" id="{6C629A74-D1DA-EF78-CD17-D518C12B3716}"/>
              </a:ext>
            </a:extLst>
          </p:cNvPr>
          <p:cNvSpPr/>
          <p:nvPr/>
        </p:nvSpPr>
        <p:spPr>
          <a:xfrm>
            <a:off x="8042040" y="1323062"/>
            <a:ext cx="430014" cy="854064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3" name="직사각형 332">
            <a:extLst>
              <a:ext uri="{FF2B5EF4-FFF2-40B4-BE49-F238E27FC236}">
                <a16:creationId xmlns:a16="http://schemas.microsoft.com/office/drawing/2014/main" id="{AF3DC912-D771-FD6B-0009-891EBF2A8940}"/>
              </a:ext>
            </a:extLst>
          </p:cNvPr>
          <p:cNvSpPr/>
          <p:nvPr/>
        </p:nvSpPr>
        <p:spPr>
          <a:xfrm>
            <a:off x="8329610" y="1758208"/>
            <a:ext cx="142444" cy="418918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4" name="직사각형 333">
            <a:extLst>
              <a:ext uri="{FF2B5EF4-FFF2-40B4-BE49-F238E27FC236}">
                <a16:creationId xmlns:a16="http://schemas.microsoft.com/office/drawing/2014/main" id="{73CCF402-78F0-E898-5DB9-A39DA7975B85}"/>
              </a:ext>
            </a:extLst>
          </p:cNvPr>
          <p:cNvSpPr/>
          <p:nvPr/>
        </p:nvSpPr>
        <p:spPr>
          <a:xfrm>
            <a:off x="8471245" y="1758208"/>
            <a:ext cx="142444" cy="418918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60A1C045-E2C7-8005-10EE-CDC5CCBCD651}"/>
              </a:ext>
            </a:extLst>
          </p:cNvPr>
          <p:cNvSpPr/>
          <p:nvPr/>
        </p:nvSpPr>
        <p:spPr>
          <a:xfrm>
            <a:off x="8656804" y="2154266"/>
            <a:ext cx="216530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7" name="타원 336">
            <a:extLst>
              <a:ext uri="{FF2B5EF4-FFF2-40B4-BE49-F238E27FC236}">
                <a16:creationId xmlns:a16="http://schemas.microsoft.com/office/drawing/2014/main" id="{00DB222F-F40A-6A8E-A06D-FF2BCDEDF8DF}"/>
              </a:ext>
            </a:extLst>
          </p:cNvPr>
          <p:cNvSpPr/>
          <p:nvPr/>
        </p:nvSpPr>
        <p:spPr>
          <a:xfrm>
            <a:off x="6958540" y="2136927"/>
            <a:ext cx="126905" cy="132924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684EEE3E-38C3-1ECA-6AE8-7F1BF9D67A98}"/>
              </a:ext>
            </a:extLst>
          </p:cNvPr>
          <p:cNvSpPr/>
          <p:nvPr/>
        </p:nvSpPr>
        <p:spPr>
          <a:xfrm>
            <a:off x="7273852" y="2136927"/>
            <a:ext cx="126905" cy="132924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715C6128-3F69-FDBE-CC83-A5A3D22B3016}"/>
              </a:ext>
            </a:extLst>
          </p:cNvPr>
          <p:cNvSpPr/>
          <p:nvPr/>
        </p:nvSpPr>
        <p:spPr>
          <a:xfrm>
            <a:off x="7588613" y="2136927"/>
            <a:ext cx="126905" cy="132924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86921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F83EF-5B72-7674-B9FD-DF4569CA4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5819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BA5BB-7909-4D00-6A86-C222D9758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2795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9686B-18A4-E31D-779F-8185CA98F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0719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15</Words>
  <Application>Microsoft Office PowerPoint</Application>
  <PresentationFormat>와이드스크린</PresentationFormat>
  <Paragraphs>14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바탕체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승한 백</dc:creator>
  <cp:lastModifiedBy>승한 백</cp:lastModifiedBy>
  <cp:revision>18</cp:revision>
  <dcterms:created xsi:type="dcterms:W3CDTF">2026-08-11T12:58:43Z</dcterms:created>
  <dcterms:modified xsi:type="dcterms:W3CDTF">2026-08-11T14:11:39Z</dcterms:modified>
</cp:coreProperties>
</file>